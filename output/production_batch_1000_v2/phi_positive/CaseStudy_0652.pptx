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Jamesland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Michael Turner</a:t>
            </a:r>
            <a:br/>
            <a:r>
              <a:t>MRN: MRN923818</a:t>
            </a:r>
            <a:br/>
            <a:r>
              <a:t>DOB: 05/28/1990 (Age: 35)</a:t>
            </a:r>
            <a:br/>
            <a:r>
              <a:t>Contact: 001-283-849-4283x527 / griffindeborah@example.net</a:t>
            </a:r>
            <a:br/>
            <a:r>
              <a:t>Address: 9764 Jesse Ridge, South Nicoleton, 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119/84 mmHg</a:t>
            </a:r>
            <a:br/>
            <a:r>
              <a:t>Heart Rate: 75 bpm</a:t>
            </a:r>
            <a:br/>
            <a:r>
              <a:t>Temperature: 97.0°F</a:t>
            </a:r>
            <a:br/>
            <a:r>
              <a:t>Respiratory Rate: 18</a:t>
            </a:r>
            <a:br/>
            <a:r>
              <a:t>O2 Saturation: 96%</a:t>
            </a:r>
            <a:br/>
            <a:r>
              <a:t>Weight: 198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Larry White, NP</a:t>
            </a:r>
            <a:br/>
            <a:r>
              <a:t>Specialty: Orthopedics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