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Tammyside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Alexander Oconnell</a:t>
            </a:r>
            <a:br/>
            <a:r>
              <a:t>MRN: MRN998541</a:t>
            </a:r>
            <a:br/>
            <a:r>
              <a:t>DOB: 01/26/1943 (Age: 82)</a:t>
            </a:r>
            <a:br/>
            <a:r>
              <a:t>Contact: 001-864-242-9961x38071 / zhudson@example.net</a:t>
            </a:r>
            <a:br/>
            <a:r>
              <a:t>Address: 945 Benjamin Lights, New Jennifer,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141/93 mmHg</a:t>
            </a:r>
            <a:br/>
            <a:r>
              <a:t>Heart Rate: 96 bpm</a:t>
            </a:r>
            <a:br/>
            <a:r>
              <a:t>Temperature: 97.5°F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153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Chad Thomas, DO</a:t>
            </a:r>
            <a:br/>
            <a:r>
              <a:t>Specialty: Family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