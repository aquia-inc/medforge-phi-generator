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Caitlynmouth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Kevin Bradford</a:t>
            </a:r>
            <a:br/>
            <a:r>
              <a:t>MRN: MRN293458</a:t>
            </a:r>
            <a:br/>
            <a:r>
              <a:t>DOB: 07/28/1935 (Age: 90)</a:t>
            </a:r>
            <a:br/>
            <a:r>
              <a:t>Contact: (602)292-5468x6272 / qbutler@example.org</a:t>
            </a:r>
            <a:br/>
            <a:r>
              <a:t>Address: 6327 Michele Squares, West Jared,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135/85 mmHg</a:t>
            </a:r>
            <a:br/>
            <a:r>
              <a:t>Heart Rate: 69 bpm</a:t>
            </a:r>
            <a:br/>
            <a:r>
              <a:t>Temperature: 99.4°F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121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Thomas Holt, NP</a:t>
            </a:r>
            <a:br/>
            <a:r>
              <a:t>Specialty: Neurology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