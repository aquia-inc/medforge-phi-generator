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Nguyenmouth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Briana Peterson</a:t>
            </a:r>
            <a:br/>
            <a:r>
              <a:t>MRN: MRN844056</a:t>
            </a:r>
            <a:br/>
            <a:r>
              <a:t>DOB: 10/09/1961 (Age: 64)</a:t>
            </a:r>
            <a:br/>
            <a:r>
              <a:t>Contact: 001-323-612-6532x7355 / mmoore@example.net</a:t>
            </a:r>
            <a:br/>
            <a:r>
              <a:t>Address: 22347 Jones Manors, Oliviashire, 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156/88 mmHg</a:t>
            </a:r>
            <a:br/>
            <a:r>
              <a:t>Heart Rate: 66 bpm</a:t>
            </a:r>
            <a:br/>
            <a:r>
              <a:t>Temperature: 98.7°F</a:t>
            </a:r>
            <a:br/>
            <a:r>
              <a:t>Respiratory Rate: 14</a:t>
            </a:r>
            <a:br/>
            <a:r>
              <a:t>O2 Saturation: 98%</a:t>
            </a:r>
            <a:br/>
            <a:r>
              <a:t>Weight: 229 lbs</a:t>
            </a:r>
            <a:br/>
            <a:r>
              <a:t>Height: 65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Michael Richardson, MD</a:t>
            </a:r>
            <a:br/>
            <a:r>
              <a:t>Specialty: Family Medicine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