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 Michael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Erika Tucker</a:t>
            </a:r>
            <a:br/>
            <a:r>
              <a:t>MRN: MRN414910</a:t>
            </a:r>
            <a:br/>
            <a:r>
              <a:t>DOB: 12/24/1951 (Age: 73)</a:t>
            </a:r>
            <a:br/>
            <a:r>
              <a:t>Contact: 669.600.3432 / david76@example.org</a:t>
            </a:r>
            <a:br/>
            <a:r>
              <a:t>Address: 8388 Jones Wall, South Andrewland, VI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110/79 mmHg</a:t>
            </a:r>
            <a:br/>
            <a:r>
              <a:t>Heart Rate: 78 bpm</a:t>
            </a:r>
            <a:br/>
            <a:r>
              <a:t>Temperature: 97.5°F</a:t>
            </a:r>
            <a:br/>
            <a:r>
              <a:t>Respiratory Rate: 17</a:t>
            </a:r>
            <a:br/>
            <a:r>
              <a:t>O2 Saturation: 98%</a:t>
            </a:r>
            <a:br/>
            <a:r>
              <a:t>Weight: 233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Barbara Berry, DO</a:t>
            </a:r>
            <a:br/>
            <a:r>
              <a:t>Specialty: Psychiatry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