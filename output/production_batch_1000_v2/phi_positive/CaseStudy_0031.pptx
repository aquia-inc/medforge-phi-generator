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Apriltown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Patricia Baker</a:t>
            </a:r>
            <a:br/>
            <a:r>
              <a:t>MRN: MRN790203</a:t>
            </a:r>
            <a:br/>
            <a:r>
              <a:t>DOB: 08/14/1966 (Age: 59)</a:t>
            </a:r>
            <a:br/>
            <a:r>
              <a:t>Contact: (956)652-7047 / maryelliott@example.org</a:t>
            </a:r>
            <a:br/>
            <a:r>
              <a:t>Address: 58693 Mary Viaduct, Sheppardfort, 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129/95 mmHg</a:t>
            </a:r>
            <a:br/>
            <a:r>
              <a:t>Heart Rate: 88 bpm</a:t>
            </a:r>
            <a:br/>
            <a:r>
              <a:t>Temperature: 97.1°F</a:t>
            </a:r>
            <a:br/>
            <a:r>
              <a:t>Respiratory Rate: 17</a:t>
            </a:r>
            <a:br/>
            <a:r>
              <a:t>O2 Saturation: 100%</a:t>
            </a:r>
            <a:br/>
            <a:r>
              <a:t>Weight: 153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Thomas Miller, NP</a:t>
            </a:r>
            <a:br/>
            <a:r>
              <a:t>Specialty: Gastroenterology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