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Susanshire Health System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Holly Davis</a:t>
            </a:r>
            <a:br/>
            <a:r>
              <a:t>MRN: MRN911187</a:t>
            </a:r>
            <a:br/>
            <a:r>
              <a:t>DOB: 01/28/1980 (Age: 45)</a:t>
            </a:r>
            <a:br/>
            <a:r>
              <a:t>Contact: 6658277584 / proman@example.com</a:t>
            </a:r>
            <a:br/>
            <a:r>
              <a:t>Address: 37220 Brian Wells Apt. 217, East Jennifer, LA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pPr lvl="1">
              <a:defRPr sz="1400"/>
            </a:pPr>
            <a:r>
              <a:t>• Chronic Obstructive Pulmonary Disease (ICD-10: J44.9)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149/75 mmHg</a:t>
            </a:r>
            <a:br/>
            <a:r>
              <a:t>Heart Rate: 62 bpm</a:t>
            </a:r>
            <a:br/>
            <a:r>
              <a:t>Temperature: 97.9°F</a:t>
            </a:r>
            <a:br/>
            <a:r>
              <a:t>Respiratory Rate: 12</a:t>
            </a:r>
            <a:br/>
            <a:r>
              <a:t>O2 Saturation: 96%</a:t>
            </a:r>
            <a:br/>
            <a:r>
              <a:t>Weight: 142 lbs</a:t>
            </a:r>
            <a:br/>
            <a:r>
              <a:t>Height: 68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Gwendolyn Riley, PA</a:t>
            </a:r>
            <a:br/>
            <a:r>
              <a:t>Specialty: Gastroenterology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