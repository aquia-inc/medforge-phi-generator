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Clinical Case Study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Hintonhaven Community Hospital</a:t>
            </a:r>
          </a:p>
          <a:p>
            <a:r>
              <a:t>November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Patient Information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Patient: Christine Davis</a:t>
            </a:r>
            <a:br/>
            <a:r>
              <a:t>MRN: MRN882675</a:t>
            </a:r>
            <a:br/>
            <a:r>
              <a:t>DOB: 01/13/1950 (Age: 75)</a:t>
            </a:r>
            <a:br/>
            <a:r>
              <a:t>Contact: 307.866.1706 / rhawkins@example.com</a:t>
            </a:r>
            <a:br/>
            <a:r>
              <a:t>Address: 820 Martinez Inlet Apt. 818, Andrewsberg, IN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Medical History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600"/>
            </a:pPr>
            <a:r>
              <a:t>Diagnoses:</a:t>
            </a:r>
            <a:br/>
          </a:p>
          <a:p>
            <a:pPr lvl="1">
              <a:defRPr sz="1400"/>
            </a:pPr>
            <a:r>
              <a:t>• Essential Hypertension (ICD-10: I10)</a:t>
            </a:r>
          </a:p>
          <a:p>
            <a:br/>
            <a:pPr>
              <a:defRPr b="1" sz="1600"/>
            </a:pPr>
            <a:r>
              <a:t>Current Medications:</a:t>
            </a:r>
          </a:p>
          <a:p>
            <a:pPr lvl="1">
              <a:defRPr sz="1400"/>
            </a:pPr>
            <a:r>
              <a:t>• Levothyroxine 50mcg daily</a:t>
            </a:r>
          </a:p>
          <a:p>
            <a:pPr lvl="1">
              <a:defRPr sz="1400"/>
            </a:pPr>
            <a:r>
              <a:t>• Omeprazole 20mg daily</a:t>
            </a:r>
          </a:p>
          <a:p>
            <a:pPr lvl="1">
              <a:defRPr sz="1400"/>
            </a:pPr>
            <a:r>
              <a:t>• Metoprolol 25mg twice daily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Vital Signs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64008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/>
            </a:pPr>
            <a:r>
              <a:t>Blood Pressure: 142/88 mmHg</a:t>
            </a:r>
            <a:br/>
            <a:r>
              <a:t>Heart Rate: 74 bpm</a:t>
            </a:r>
            <a:br/>
            <a:r>
              <a:t>Temperature: 99.3°F</a:t>
            </a:r>
            <a:br/>
            <a:r>
              <a:t>Respiratory Rate: 16</a:t>
            </a:r>
            <a:br/>
            <a:r>
              <a:t>O2 Saturation: 95%</a:t>
            </a:r>
            <a:br/>
            <a:r>
              <a:t>Weight: 229 lbs</a:t>
            </a:r>
            <a:br/>
            <a:r>
              <a:t>Height: 71 inches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Clinical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/>
            </a:pPr>
            <a:r>
              <a:t>Patient under care of Jonathan Scott, NP</a:t>
            </a:r>
            <a:br/>
            <a:r>
              <a:t>Specialty: Neurology</a:t>
            </a:r>
            <a:br/>
            <a:br/>
            <a:r>
              <a:t>Primary diagnosis: Essential Hypertension</a:t>
            </a:r>
            <a:br/>
            <a:r>
              <a:t>Management plan includes medication therapy and regular follow-up.</a:t>
            </a:r>
          </a:p>
          <a:p>
            <a:br/>
            <a:br/>
            <a:pPr>
              <a:defRPr sz="1200" i="1">
                <a:solidFill>
                  <a:srgbClr val="FF0000"/>
                </a:solidFill>
              </a:defRPr>
            </a:pPr>
            <a:r>
              <a:t>CONFIDENTIAL: Contains Protected Health Information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