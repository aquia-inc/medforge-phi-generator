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Ruthview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Teresa Peterson</a:t>
            </a:r>
            <a:br/>
            <a:r>
              <a:t>MRN: MRN138842</a:t>
            </a:r>
            <a:br/>
            <a:r>
              <a:t>DOB: 06/05/1963 (Age: 62)</a:t>
            </a:r>
            <a:br/>
            <a:r>
              <a:t>Contact: 001-900-510-8985 / schmidtjesus@example.net</a:t>
            </a:r>
            <a:br/>
            <a:r>
              <a:t>Address: 11896 Conway Extension Suite 648, Christinemouth, 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140/89 mmHg</a:t>
            </a:r>
            <a:br/>
            <a:r>
              <a:t>Heart Rate: 62 bpm</a:t>
            </a:r>
            <a:br/>
            <a:r>
              <a:t>Temperature: 97.6°F</a:t>
            </a:r>
            <a:br/>
            <a:r>
              <a:t>Respiratory Rate: 14</a:t>
            </a:r>
            <a:br/>
            <a:r>
              <a:t>O2 Saturation: 95%</a:t>
            </a:r>
            <a:br/>
            <a:r>
              <a:t>Weight: 164 lbs</a:t>
            </a:r>
            <a:br/>
            <a:r>
              <a:t>Height: 61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Samuel Hoffman, NP</a:t>
            </a:r>
            <a:br/>
            <a:r>
              <a:t>Specialty: Family Medicine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