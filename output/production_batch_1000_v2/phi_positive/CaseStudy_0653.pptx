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Robert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Angelica Lara</a:t>
            </a:r>
            <a:br/>
            <a:r>
              <a:t>MRN: MRN653894</a:t>
            </a:r>
            <a:br/>
            <a:r>
              <a:t>DOB: 01/19/1977 (Age: 48)</a:t>
            </a:r>
            <a:br/>
            <a:r>
              <a:t>Contact: 001-913-263-5431x33112 / sle@example.com</a:t>
            </a:r>
            <a:br/>
            <a:r>
              <a:t>Address: 8399 Joshua Prairie Suite 910, North Jessica,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115/75 mmHg</a:t>
            </a:r>
            <a:br/>
            <a:r>
              <a:t>Heart Rate: 83 bpm</a:t>
            </a:r>
            <a:br/>
            <a:r>
              <a:t>Temperature: 97.8°F</a:t>
            </a:r>
            <a:br/>
            <a:r>
              <a:t>Respiratory Rate: 16</a:t>
            </a:r>
            <a:br/>
            <a:r>
              <a:t>O2 Saturation: 95%</a:t>
            </a:r>
            <a:br/>
            <a:r>
              <a:t>Weight: 167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Briana Wilson, MD</a:t>
            </a:r>
            <a:br/>
            <a:r>
              <a:t>Specialty: Family Medicine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