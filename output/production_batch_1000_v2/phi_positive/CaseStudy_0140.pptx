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Tracyborough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Brenda Fuller</a:t>
            </a:r>
            <a:br/>
            <a:r>
              <a:t>MRN: MRN252928</a:t>
            </a:r>
            <a:br/>
            <a:r>
              <a:t>DOB: 08/23/1992 (Age: 33)</a:t>
            </a:r>
            <a:br/>
            <a:r>
              <a:t>Contact: 001-251-767-9335 / thomas38@example.com</a:t>
            </a:r>
            <a:br/>
            <a:r>
              <a:t>Address: 68011 Jesse Way Apt. 376, North Erinside, NV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126/85 mmHg</a:t>
            </a:r>
            <a:br/>
            <a:r>
              <a:t>Heart Rate: 100 bpm</a:t>
            </a:r>
            <a:br/>
            <a:r>
              <a:t>Temperature: 97.2°F</a:t>
            </a:r>
            <a:br/>
            <a:r>
              <a:t>Respiratory Rate: 17</a:t>
            </a:r>
            <a:br/>
            <a:r>
              <a:t>O2 Saturation: 97%</a:t>
            </a:r>
            <a:br/>
            <a:r>
              <a:t>Weight: 212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Derek Rojas, NP</a:t>
            </a:r>
            <a:br/>
            <a:r>
              <a:t>Specialty: Gastroenterology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