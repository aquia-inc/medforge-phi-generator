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Bridgesfurt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Travis Morse</a:t>
            </a:r>
            <a:br/>
            <a:r>
              <a:t>MRN: MRN866526</a:t>
            </a:r>
            <a:br/>
            <a:r>
              <a:t>DOB: 07/23/1942 (Age: 83)</a:t>
            </a:r>
            <a:br/>
            <a:r>
              <a:t>Contact: 863-832-8742x5656 / adkinssusan@example.net</a:t>
            </a:r>
            <a:br/>
            <a:r>
              <a:t>Address: 05895 Amy Islands, Collierton, PW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Major Depressive Disorder (ICD-10: F33.1)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Sertraline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114/74 mmHg</a:t>
            </a:r>
            <a:br/>
            <a:r>
              <a:t>Heart Rate: 67 bpm</a:t>
            </a:r>
            <a:br/>
            <a:r>
              <a:t>Temperature: 99.1°F</a:t>
            </a:r>
            <a:br/>
            <a:r>
              <a:t>Respiratory Rate: 12</a:t>
            </a:r>
            <a:br/>
            <a:r>
              <a:t>O2 Saturation: 96%</a:t>
            </a:r>
            <a:br/>
            <a:r>
              <a:t>Weight: 136 lbs</a:t>
            </a:r>
            <a:br/>
            <a:r>
              <a:t>Height: 68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Melissa Adams, DO</a:t>
            </a:r>
            <a:br/>
            <a:r>
              <a:t>Specialty: Family Medicine</a:t>
            </a:r>
            <a:br/>
            <a:br/>
            <a:r>
              <a:t>Primary diagnosis: Major Depressive Disorder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