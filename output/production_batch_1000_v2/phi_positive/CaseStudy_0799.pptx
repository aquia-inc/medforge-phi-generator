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Mcconnellland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Debra Abbott</a:t>
            </a:r>
            <a:br/>
            <a:r>
              <a:t>MRN: MRN751623</a:t>
            </a:r>
            <a:br/>
            <a:r>
              <a:t>DOB: 10/25/1972 (Age: 53)</a:t>
            </a:r>
            <a:br/>
            <a:r>
              <a:t>Contact: 233-711-6478x961 / jenniferkane@example.net</a:t>
            </a:r>
            <a:br/>
            <a:r>
              <a:t>Address: 3398 Christine Mountain Suite 043, North Michael,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155/80 mmHg</a:t>
            </a:r>
            <a:br/>
            <a:r>
              <a:t>Heart Rate: 99 bpm</a:t>
            </a:r>
            <a:br/>
            <a:r>
              <a:t>Temperature: 99.1°F</a:t>
            </a:r>
            <a:br/>
            <a:r>
              <a:t>Respiratory Rate: 20</a:t>
            </a:r>
            <a:br/>
            <a:r>
              <a:t>O2 Saturation: 96%</a:t>
            </a:r>
            <a:br/>
            <a:r>
              <a:t>Weight: 152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Cindy Barr, PA</a:t>
            </a:r>
            <a:br/>
            <a:r>
              <a:t>Specialty: Endocrinology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