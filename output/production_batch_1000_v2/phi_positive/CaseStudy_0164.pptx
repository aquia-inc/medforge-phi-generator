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Elizabethland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Mark Williams</a:t>
            </a:r>
            <a:br/>
            <a:r>
              <a:t>MRN: MRN793029</a:t>
            </a:r>
            <a:br/>
            <a:r>
              <a:t>DOB: 04/07/2000 (Age: 25)</a:t>
            </a:r>
            <a:br/>
            <a:r>
              <a:t>Contact: 001-209-413-1117x8619 / linda76@example.org</a:t>
            </a:r>
            <a:br/>
            <a:r>
              <a:t>Address: 06953 Roth Grove, Lake Gregorytown, MH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140/74 mmHg</a:t>
            </a:r>
            <a:br/>
            <a:r>
              <a:t>Heart Rate: 67 bpm</a:t>
            </a:r>
            <a:br/>
            <a:r>
              <a:t>Temperature: 98.7°F</a:t>
            </a:r>
            <a:br/>
            <a:r>
              <a:t>Respiratory Rate: 16</a:t>
            </a:r>
            <a:br/>
            <a:r>
              <a:t>O2 Saturation: 97%</a:t>
            </a:r>
            <a:br/>
            <a:r>
              <a:t>Weight: 254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Elizabeth White, DO</a:t>
            </a:r>
            <a:br/>
            <a:r>
              <a:t>Specialty: Endocrinology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