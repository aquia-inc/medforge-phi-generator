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Higginston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Chad Jenkins</a:t>
            </a:r>
            <a:br/>
            <a:r>
              <a:t>MRN: MRN114311</a:t>
            </a:r>
            <a:br/>
            <a:r>
              <a:t>DOB: 04/14/1972 (Age: 53)</a:t>
            </a:r>
            <a:br/>
            <a:r>
              <a:t>Contact: 248.248.4377 / fthompson@example.net</a:t>
            </a:r>
            <a:br/>
            <a:r>
              <a:t>Address: 951 Shepherd Ranch Suite 449, Pattersonmouth, 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119/93 mmHg</a:t>
            </a:r>
            <a:br/>
            <a:r>
              <a:t>Heart Rate: 92 bpm</a:t>
            </a:r>
            <a:br/>
            <a:r>
              <a:t>Temperature: 97.5°F</a:t>
            </a:r>
            <a:br/>
            <a:r>
              <a:t>Respiratory Rate: 16</a:t>
            </a:r>
            <a:br/>
            <a:r>
              <a:t>O2 Saturation: 95%</a:t>
            </a:r>
            <a:br/>
            <a:r>
              <a:t>Weight: 187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Mary Pollard, PA</a:t>
            </a:r>
            <a:br/>
            <a:r>
              <a:t>Specialty: Endocrinology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