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Clinical Case Study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Wadeborough Health System</a:t>
            </a:r>
          </a:p>
          <a:p>
            <a:r>
              <a:t>November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Patient Information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/>
            </a:pPr>
            <a:r>
              <a:t>Patient: Stacy Hill</a:t>
            </a:r>
            <a:br/>
            <a:r>
              <a:t>MRN: MRN211380</a:t>
            </a:r>
            <a:br/>
            <a:r>
              <a:t>DOB: 08/20/2007 (Age: 18)</a:t>
            </a:r>
            <a:br/>
            <a:r>
              <a:t>Contact: 367.976.1952x4960 / carrollkristy@example.com</a:t>
            </a:r>
            <a:br/>
            <a:r>
              <a:t>Address: 5177 David Drives Apt. 804, Susanport, NV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Medical History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1600"/>
            </a:pPr>
            <a:r>
              <a:t>Diagnoses:</a:t>
            </a:r>
            <a:br/>
          </a:p>
          <a:p>
            <a:pPr lvl="1">
              <a:defRPr sz="1400"/>
            </a:pPr>
            <a:r>
              <a:t>• Essential Hypertension (ICD-10: I10)</a:t>
            </a:r>
          </a:p>
          <a:p>
            <a:pPr lvl="1">
              <a:defRPr sz="1400"/>
            </a:pPr>
            <a:r>
              <a:t>• Type 2 Diabetes Mellitus (ICD-10: E11.9)</a:t>
            </a:r>
          </a:p>
          <a:p>
            <a:pPr lvl="1">
              <a:defRPr sz="1400"/>
            </a:pPr>
            <a:r>
              <a:t>• Coronary Artery Disease (ICD-10: I25.10)</a:t>
            </a:r>
          </a:p>
          <a:p>
            <a:pPr lvl="1">
              <a:defRPr sz="1400"/>
            </a:pPr>
            <a:r>
              <a:t>• Major Depressive Disorder (ICD-10: F33.1)</a:t>
            </a:r>
          </a:p>
          <a:p>
            <a:br/>
            <a:pPr>
              <a:defRPr b="1" sz="1600"/>
            </a:pPr>
            <a:r>
              <a:t>Current Medications:</a:t>
            </a:r>
          </a:p>
          <a:p>
            <a:pPr lvl="1">
              <a:defRPr sz="1400"/>
            </a:pPr>
            <a:r>
              <a:t>• Omeprazole 20mg daily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Vital Signs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371600" y="2286000"/>
            <a:ext cx="64008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000"/>
            </a:pPr>
            <a:r>
              <a:t>Blood Pressure: 112/93 mmHg</a:t>
            </a:r>
            <a:br/>
            <a:r>
              <a:t>Heart Rate: 64 bpm</a:t>
            </a:r>
            <a:br/>
            <a:r>
              <a:t>Temperature: 98.1°F</a:t>
            </a:r>
            <a:br/>
            <a:r>
              <a:t>Respiratory Rate: 17</a:t>
            </a:r>
            <a:br/>
            <a:r>
              <a:t>O2 Saturation: 99%</a:t>
            </a:r>
            <a:br/>
            <a:r>
              <a:t>Weight: 127 lbs</a:t>
            </a:r>
            <a:br/>
            <a:r>
              <a:t>Height: 65 inches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Clinical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/>
            </a:pPr>
            <a:r>
              <a:t>Patient under care of Morgan Alexander, NP</a:t>
            </a:r>
            <a:br/>
            <a:r>
              <a:t>Specialty: Family Medicine</a:t>
            </a:r>
            <a:br/>
            <a:br/>
            <a:r>
              <a:t>Primary diagnosis: Essential Hypertension</a:t>
            </a:r>
            <a:br/>
            <a:r>
              <a:t>Management plan includes medication therapy and regular follow-up.</a:t>
            </a:r>
          </a:p>
          <a:p>
            <a:br/>
            <a:br/>
            <a:pPr>
              <a:defRPr sz="1200" i="1">
                <a:solidFill>
                  <a:srgbClr val="FF0000"/>
                </a:solidFill>
              </a:defRPr>
            </a:pPr>
            <a:r>
              <a:t>CONFIDENTIAL: Contains Protected Health Information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