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South Heather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Tanya Curry</a:t>
            </a:r>
            <a:br/>
            <a:r>
              <a:t>MRN: MRN962500</a:t>
            </a:r>
            <a:br/>
            <a:r>
              <a:t>DOB: 07/27/1930 (Age: 95)</a:t>
            </a:r>
            <a:br/>
            <a:r>
              <a:t>Contact: 685.974.3642x542 / valentinepaul@example.org</a:t>
            </a:r>
            <a:br/>
            <a:r>
              <a:t>Address: 466 Obrien Curve Apt. 729, Hernandezbury, 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Losartan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160/92 mmHg</a:t>
            </a:r>
            <a:br/>
            <a:r>
              <a:t>Heart Rate: 97 bpm</a:t>
            </a:r>
            <a:br/>
            <a:r>
              <a:t>Temperature: 98.4°F</a:t>
            </a:r>
            <a:br/>
            <a:r>
              <a:t>Respiratory Rate: 18</a:t>
            </a:r>
            <a:br/>
            <a:r>
              <a:t>O2 Saturation: 98%</a:t>
            </a:r>
            <a:br/>
            <a:r>
              <a:t>Weight: 150 lbs</a:t>
            </a:r>
            <a:br/>
            <a:r>
              <a:t>Height: 74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Jennifer Mills, PA</a:t>
            </a:r>
            <a:br/>
            <a:r>
              <a:t>Specialty: Internal Medicine</a:t>
            </a:r>
            <a:br/>
            <a:br/>
            <a:r>
              <a:t>Primary diagnosis: Gastroesophageal Reflux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