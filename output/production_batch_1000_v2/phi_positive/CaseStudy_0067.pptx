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Griffinborough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Eric Carter</a:t>
            </a:r>
            <a:br/>
            <a:r>
              <a:t>MRN: MRN859489</a:t>
            </a:r>
            <a:br/>
            <a:r>
              <a:t>DOB: 12/10/2000 (Age: 24)</a:t>
            </a:r>
            <a:br/>
            <a:r>
              <a:t>Contact: 712.655.2137x6037 / christopherwatson@example.com</a:t>
            </a:r>
            <a:br/>
            <a:r>
              <a:t>Address: 328 Cobb Dam Suite 667, Sherrymouth, FL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125/92 mmHg</a:t>
            </a:r>
            <a:br/>
            <a:r>
              <a:t>Heart Rate: 98 bpm</a:t>
            </a:r>
            <a:br/>
            <a:r>
              <a:t>Temperature: 98.8°F</a:t>
            </a:r>
            <a:br/>
            <a:r>
              <a:t>Respiratory Rate: 18</a:t>
            </a:r>
            <a:br/>
            <a:r>
              <a:t>O2 Saturation: 96%</a:t>
            </a:r>
            <a:br/>
            <a:r>
              <a:t>Weight: 261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Jennifer Holmes, NP</a:t>
            </a:r>
            <a:br/>
            <a:r>
              <a:t>Specialty: Pulmonology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