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Markshire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Todd Grant</a:t>
            </a:r>
            <a:br/>
            <a:r>
              <a:t>MRN: MRN387210</a:t>
            </a:r>
            <a:br/>
            <a:r>
              <a:t>DOB: 02/03/1946 (Age: 79)</a:t>
            </a:r>
            <a:br/>
            <a:r>
              <a:t>Contact: +1-713-786-7485x78304 / uparks@example.net</a:t>
            </a:r>
            <a:br/>
            <a:r>
              <a:t>Address: 657 Hoffman Alley Apt. 551, South Dana, NJ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Lisinopril 10mg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131/94 mmHg</a:t>
            </a:r>
            <a:br/>
            <a:r>
              <a:t>Heart Rate: 79 bpm</a:t>
            </a:r>
            <a:br/>
            <a:r>
              <a:t>Temperature: 97.4°F</a:t>
            </a:r>
            <a:br/>
            <a:r>
              <a:t>Respiratory Rate: 17</a:t>
            </a:r>
            <a:br/>
            <a:r>
              <a:t>O2 Saturation: 98%</a:t>
            </a:r>
            <a:br/>
            <a:r>
              <a:t>Weight: 243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Roger Fowler, DO</a:t>
            </a:r>
            <a:br/>
            <a:r>
              <a:t>Specialty: Pulmonology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