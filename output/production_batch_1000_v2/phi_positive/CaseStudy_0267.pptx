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Garciaborough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Julie Rice</a:t>
            </a:r>
            <a:br/>
            <a:r>
              <a:t>MRN: MRN854109</a:t>
            </a:r>
            <a:br/>
            <a:r>
              <a:t>DOB: 11/14/1932 (Age: 93)</a:t>
            </a:r>
            <a:br/>
            <a:r>
              <a:t>Contact: +1-242-343-7539x16928 / ofletcher@example.org</a:t>
            </a:r>
            <a:br/>
            <a:r>
              <a:t>Address: 9687 Smith Ford Apt. 454, Calebtown, 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Hypothyroidism (ICD-10: E03.9)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Gabapentin 300mg three times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134/92 mmHg</a:t>
            </a:r>
            <a:br/>
            <a:r>
              <a:t>Heart Rate: 84 bpm</a:t>
            </a:r>
            <a:br/>
            <a:r>
              <a:t>Temperature: 98.6°F</a:t>
            </a:r>
            <a:br/>
            <a:r>
              <a:t>Respiratory Rate: 20</a:t>
            </a:r>
            <a:br/>
            <a:r>
              <a:t>O2 Saturation: 98%</a:t>
            </a:r>
            <a:br/>
            <a:r>
              <a:t>Weight: 179 lbs</a:t>
            </a:r>
            <a:br/>
            <a:r>
              <a:t>Height: 67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Ryan Baker, NP</a:t>
            </a:r>
            <a:br/>
            <a:r>
              <a:t>Specialty: Family Medicine</a:t>
            </a:r>
            <a:br/>
            <a:br/>
            <a:r>
              <a:t>Primary diagnosis: Hypothyroidism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