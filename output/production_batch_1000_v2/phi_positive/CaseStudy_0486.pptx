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Julie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John Bradley</a:t>
            </a:r>
            <a:br/>
            <a:r>
              <a:t>MRN: MRN647589</a:t>
            </a:r>
            <a:br/>
            <a:r>
              <a:t>DOB: 09/24/1953 (Age: 72)</a:t>
            </a:r>
            <a:br/>
            <a:r>
              <a:t>Contact: 412-720-2151 / clarkwilliam@example.org</a:t>
            </a:r>
            <a:br/>
            <a:r>
              <a:t>Address: 1652 Tracy Alley Suite 775, New Brianton, 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137/84 mmHg</a:t>
            </a:r>
            <a:br/>
            <a:r>
              <a:t>Heart Rate: 61 bpm</a:t>
            </a:r>
            <a:br/>
            <a:r>
              <a:t>Temperature: 97.1°F</a:t>
            </a:r>
            <a:br/>
            <a:r>
              <a:t>Respiratory Rate: 12</a:t>
            </a:r>
            <a:br/>
            <a:r>
              <a:t>O2 Saturation: 95%</a:t>
            </a:r>
            <a:br/>
            <a:r>
              <a:t>Weight: 186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Eric Swanson, PA</a:t>
            </a:r>
            <a:br/>
            <a:r>
              <a:t>Specialty: Gastroenterology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