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Williamsfurt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Kathryn Johnson</a:t>
            </a:r>
            <a:br/>
            <a:r>
              <a:t>MRN: MRN678231</a:t>
            </a:r>
            <a:br/>
            <a:r>
              <a:t>DOB: 08/28/1974 (Age: 51)</a:t>
            </a:r>
            <a:br/>
            <a:r>
              <a:t>Contact: 972.441.7490 / ijenkins@example.org</a:t>
            </a:r>
            <a:br/>
            <a:r>
              <a:t>Address: 164 Brian Stream Suite 437, Erinmouth, 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140/72 mmHg</a:t>
            </a:r>
            <a:br/>
            <a:r>
              <a:t>Heart Rate: 70 bpm</a:t>
            </a:r>
            <a:br/>
            <a:r>
              <a:t>Temperature: 98.6°F</a:t>
            </a:r>
            <a:br/>
            <a:r>
              <a:t>Respiratory Rate: 18</a:t>
            </a:r>
            <a:br/>
            <a:r>
              <a:t>O2 Saturation: 96%</a:t>
            </a:r>
            <a:br/>
            <a:r>
              <a:t>Weight: 280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Travis Irwin, NP</a:t>
            </a:r>
            <a:br/>
            <a:r>
              <a:t>Specialty: Nephrology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