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Morganview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Lisa Horne</a:t>
            </a:r>
            <a:br/>
            <a:r>
              <a:t>MRN: MRN329504</a:t>
            </a:r>
            <a:br/>
            <a:r>
              <a:t>DOB: 05/08/1987 (Age: 38)</a:t>
            </a:r>
            <a:br/>
            <a:r>
              <a:t>Contact: (702)773-0238 / bensondonald@example.net</a:t>
            </a:r>
            <a:br/>
            <a:r>
              <a:t>Address: 72230 John Street, East Jeffrey, 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146/73 mmHg</a:t>
            </a:r>
            <a:br/>
            <a:r>
              <a:t>Heart Rate: 75 bpm</a:t>
            </a:r>
            <a:br/>
            <a:r>
              <a:t>Temperature: 99.2°F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262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Emma Jones, PA</a:t>
            </a:r>
            <a:br/>
            <a:r>
              <a:t>Specialty: Psychiatry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