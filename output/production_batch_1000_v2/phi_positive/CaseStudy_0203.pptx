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Tyler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Tara Banks</a:t>
            </a:r>
            <a:br/>
            <a:r>
              <a:t>MRN: MRN775105</a:t>
            </a:r>
            <a:br/>
            <a:r>
              <a:t>DOB: 08/03/1955 (Age: 70)</a:t>
            </a:r>
            <a:br/>
            <a:r>
              <a:t>Contact: 353.609.7669 / kmartinez@example.net</a:t>
            </a:r>
            <a:br/>
            <a:r>
              <a:t>Address: 568 Natasha Corner, Hopkinsbury, SC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116/93 mmHg</a:t>
            </a:r>
            <a:br/>
            <a:r>
              <a:t>Heart Rate: 63 bpm</a:t>
            </a:r>
            <a:br/>
            <a:r>
              <a:t>Temperature: 99.1°F</a:t>
            </a:r>
            <a:br/>
            <a:r>
              <a:t>Respiratory Rate: 19</a:t>
            </a:r>
            <a:br/>
            <a:r>
              <a:t>O2 Saturation: 100%</a:t>
            </a:r>
            <a:br/>
            <a:r>
              <a:t>Weight: 126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Shane Ortiz, PA</a:t>
            </a:r>
            <a:br/>
            <a:r>
              <a:t>Specialty: Orthopedics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