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Roweton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Tanner Allison</a:t>
            </a:r>
            <a:br/>
            <a:r>
              <a:t>MRN: MRN362773</a:t>
            </a:r>
            <a:br/>
            <a:r>
              <a:t>DOB: 02/13/1944 (Age: 81)</a:t>
            </a:r>
            <a:br/>
            <a:r>
              <a:t>Contact: 726.285.0072x8438 / rileylisa@example.net</a:t>
            </a:r>
            <a:br/>
            <a:r>
              <a:t>Address: 9245 Sarah Circles Suite 904, Adkinsstad, 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112/94 mmHg</a:t>
            </a:r>
            <a:br/>
            <a:r>
              <a:t>Heart Rate: 60 bpm</a:t>
            </a:r>
            <a:br/>
            <a:r>
              <a:t>Temperature: 98.6°F</a:t>
            </a:r>
            <a:br/>
            <a:r>
              <a:t>Respiratory Rate: 17</a:t>
            </a:r>
            <a:br/>
            <a:r>
              <a:t>O2 Saturation: 99%</a:t>
            </a:r>
            <a:br/>
            <a:r>
              <a:t>Weight: 215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Tony Nelson, MD</a:t>
            </a:r>
            <a:br/>
            <a:r>
              <a:t>Specialty: Family Medicine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