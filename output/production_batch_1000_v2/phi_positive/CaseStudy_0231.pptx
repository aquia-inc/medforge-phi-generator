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Georgetown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Mary James</a:t>
            </a:r>
            <a:br/>
            <a:r>
              <a:t>MRN: MRN345196</a:t>
            </a:r>
            <a:br/>
            <a:r>
              <a:t>DOB: 11/24/2005 (Age: 19)</a:t>
            </a:r>
            <a:br/>
            <a:r>
              <a:t>Contact: +1-958-305-0141 / jrivera@example.net</a:t>
            </a:r>
            <a:br/>
            <a:r>
              <a:t>Address: 129 Dillon Keys, New Amandaland, 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155/83 mmHg</a:t>
            </a:r>
            <a:br/>
            <a:r>
              <a:t>Heart Rate: 86 bpm</a:t>
            </a:r>
            <a:br/>
            <a:r>
              <a:t>Temperature: 97.2°F</a:t>
            </a:r>
            <a:br/>
            <a:r>
              <a:t>Respiratory Rate: 12</a:t>
            </a:r>
            <a:br/>
            <a:r>
              <a:t>O2 Saturation: 98%</a:t>
            </a:r>
            <a:br/>
            <a:r>
              <a:t>Weight: 153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Mckenzie Parker, DO</a:t>
            </a:r>
            <a:br/>
            <a:r>
              <a:t>Specialty: Neurology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