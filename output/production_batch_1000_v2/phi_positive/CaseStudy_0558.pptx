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Robin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Sean Harvey</a:t>
            </a:r>
            <a:br/>
            <a:r>
              <a:t>MRN: MRN687192</a:t>
            </a:r>
            <a:br/>
            <a:r>
              <a:t>DOB: 03/04/1953 (Age: 72)</a:t>
            </a:r>
            <a:br/>
            <a:r>
              <a:t>Contact: (437)598-0047x20288 / yhart@example.com</a:t>
            </a:r>
            <a:br/>
            <a:r>
              <a:t>Address: 770 Leslie Extension, Ginaview,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154/78 mmHg</a:t>
            </a:r>
            <a:br/>
            <a:r>
              <a:t>Heart Rate: 88 bpm</a:t>
            </a:r>
            <a:br/>
            <a:r>
              <a:t>Temperature: 97.6°F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138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Christopher Mclean, NP</a:t>
            </a:r>
            <a:br/>
            <a:r>
              <a:t>Specialty: Internal Medicine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