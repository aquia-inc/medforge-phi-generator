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North Edward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Carmen Wilcox</a:t>
            </a:r>
            <a:br/>
            <a:r>
              <a:t>MRN: MRN151228</a:t>
            </a:r>
            <a:br/>
            <a:r>
              <a:t>DOB: 02/23/1986 (Age: 39)</a:t>
            </a:r>
            <a:br/>
            <a:r>
              <a:t>Contact: 5148810270 / jennifer57@example.com</a:t>
            </a:r>
            <a:br/>
            <a:r>
              <a:t>Address: 052 Thompson Springs, Cabreraport, PW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Sertraline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110/72 mmHg</a:t>
            </a:r>
            <a:br/>
            <a:r>
              <a:t>Heart Rate: 78 bpm</a:t>
            </a:r>
            <a:br/>
            <a:r>
              <a:t>Temperature: 97.7°F</a:t>
            </a:r>
            <a:br/>
            <a:r>
              <a:t>Respiratory Rate: 19</a:t>
            </a:r>
            <a:br/>
            <a:r>
              <a:t>O2 Saturation: 98%</a:t>
            </a:r>
            <a:br/>
            <a:r>
              <a:t>Weight: 157 lbs</a:t>
            </a:r>
            <a:br/>
            <a:r>
              <a:t>Height: 62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Raven Torres, NP</a:t>
            </a:r>
            <a:br/>
            <a:r>
              <a:t>Specialty: Endocrinology</a:t>
            </a:r>
            <a:br/>
            <a:br/>
            <a:r>
              <a:t>Primary diagnosis: Type 2 Diabetes Mellitus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