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Robertshire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Terrence Wilson</a:t>
            </a:r>
            <a:br/>
            <a:r>
              <a:t>MRN: MRN774041</a:t>
            </a:r>
            <a:br/>
            <a:r>
              <a:t>DOB: 02/03/2007 (Age: 18)</a:t>
            </a:r>
            <a:br/>
            <a:r>
              <a:t>Contact: (961)423-4945 / hannah91@example.com</a:t>
            </a:r>
            <a:br/>
            <a:r>
              <a:t>Address: 8261 Marsh Roads Apt. 099, Samanthafort, NY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Atorvastatin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122/84 mmHg</a:t>
            </a:r>
            <a:br/>
            <a:r>
              <a:t>Heart Rate: 60 bpm</a:t>
            </a:r>
            <a:br/>
            <a:r>
              <a:t>Temperature: 97.3°F</a:t>
            </a:r>
            <a:br/>
            <a:r>
              <a:t>Respiratory Rate: 12</a:t>
            </a:r>
            <a:br/>
            <a:r>
              <a:t>O2 Saturation: 100%</a:t>
            </a:r>
            <a:br/>
            <a:r>
              <a:t>Weight: 131 lbs</a:t>
            </a:r>
            <a:br/>
            <a:r>
              <a:t>Height: 71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Tamara Sanchez, DO</a:t>
            </a:r>
            <a:br/>
            <a:r>
              <a:t>Specialty: Neurology</a:t>
            </a:r>
            <a:br/>
            <a:br/>
            <a:r>
              <a:t>Primary diagnosis: Osteoarthritis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