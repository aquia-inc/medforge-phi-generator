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Smithland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Christy Kent</a:t>
            </a:r>
            <a:br/>
            <a:r>
              <a:t>MRN: MRN792956</a:t>
            </a:r>
            <a:br/>
            <a:r>
              <a:t>DOB: 04/17/1953 (Age: 72)</a:t>
            </a:r>
            <a:br/>
            <a:r>
              <a:t>Contact: 619-452-8144x7867 / thompsondarlene@example.net</a:t>
            </a:r>
            <a:br/>
            <a:r>
              <a:t>Address: 63578 Emily Forks, Grantville, TN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Gabapentin 300mg three times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115/83 mmHg</a:t>
            </a:r>
            <a:br/>
            <a:r>
              <a:t>Heart Rate: 79 bpm</a:t>
            </a:r>
            <a:br/>
            <a:r>
              <a:t>Temperature: 97.8°F</a:t>
            </a:r>
            <a:br/>
            <a:r>
              <a:t>Respiratory Rate: 19</a:t>
            </a:r>
            <a:br/>
            <a:r>
              <a:t>O2 Saturation: 100%</a:t>
            </a:r>
            <a:br/>
            <a:r>
              <a:t>Weight: 235 lbs</a:t>
            </a:r>
            <a:br/>
            <a:r>
              <a:t>Height: 68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Connor Holloway, NP</a:t>
            </a:r>
            <a:br/>
            <a:r>
              <a:t>Specialty: Cardiology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