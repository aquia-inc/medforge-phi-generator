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New Maryfurt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Cassandra Walton</a:t>
            </a:r>
            <a:br/>
            <a:r>
              <a:t>MRN: MRN863336</a:t>
            </a:r>
            <a:br/>
            <a:r>
              <a:t>DOB: 01/30/1947 (Age: 78)</a:t>
            </a:r>
            <a:br/>
            <a:r>
              <a:t>Contact: (208)495-3263 / duncanchristina@example.com</a:t>
            </a:r>
            <a:br/>
            <a:r>
              <a:t>Address: 13633 Lynch Extensions Apt. 410, Lake Kyle, 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Hyperlipidemia (ICD-10: E78.5)</a:t>
            </a:r>
          </a:p>
          <a:p>
            <a:pPr lvl="1">
              <a:defRPr sz="1400"/>
            </a:pPr>
            <a:r>
              <a:t>• Hypothyroidism (ICD-10: E03.9)</a:t>
            </a:r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Gabapentin 300mg three times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148/88 mmHg</a:t>
            </a:r>
            <a:br/>
            <a:r>
              <a:t>Heart Rate: 64 bpm</a:t>
            </a:r>
            <a:br/>
            <a:r>
              <a:t>Temperature: 97.6°F</a:t>
            </a:r>
            <a:br/>
            <a:r>
              <a:t>Respiratory Rate: 18</a:t>
            </a:r>
            <a:br/>
            <a:r>
              <a:t>O2 Saturation: 96%</a:t>
            </a:r>
            <a:br/>
            <a:r>
              <a:t>Weight: 147 lbs</a:t>
            </a:r>
            <a:br/>
            <a:r>
              <a:t>Height: 60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Melissa Griffin, DO</a:t>
            </a:r>
            <a:br/>
            <a:r>
              <a:t>Specialty: Psychiatry</a:t>
            </a:r>
            <a:br/>
            <a:br/>
            <a:r>
              <a:t>Primary diagnosis: Hyperlipidemia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