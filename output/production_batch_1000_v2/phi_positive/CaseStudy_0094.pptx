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Owenschester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Kenneth Chavez</a:t>
            </a:r>
            <a:br/>
            <a:r>
              <a:t>MRN: MRN941134</a:t>
            </a:r>
            <a:br/>
            <a:r>
              <a:t>DOB: 12/04/1934 (Age: 90)</a:t>
            </a:r>
            <a:br/>
            <a:r>
              <a:t>Contact: 607-440-6500 / natasha88@example.org</a:t>
            </a:r>
            <a:br/>
            <a:r>
              <a:t>Address: 423 Richards Common, Jefferyfort,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148/77 mmHg</a:t>
            </a:r>
            <a:br/>
            <a:r>
              <a:t>Heart Rate: 61 bpm</a:t>
            </a:r>
            <a:br/>
            <a:r>
              <a:t>Temperature: 99.2°F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240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Lisa Walsh, DO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