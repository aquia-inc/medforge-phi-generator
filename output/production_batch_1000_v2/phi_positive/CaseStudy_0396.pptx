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Cameron Community Hospital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Jennifer Ballard</a:t>
            </a:r>
            <a:br/>
            <a:r>
              <a:t>MRN: MRN649706</a:t>
            </a:r>
            <a:br/>
            <a:r>
              <a:t>DOB: 06/15/1982 (Age: 43)</a:t>
            </a:r>
            <a:br/>
            <a:r>
              <a:t>Contact: (911)514-7620x73478 / larry45@example.com</a:t>
            </a:r>
            <a:br/>
            <a:r>
              <a:t>Address: 7311 Hunt Islands Apt. 663, Walshtown, 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Coronary Artery Disease (ICD-10: I25.10)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Osteoarthritis (ICD-10: M19.90)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Metformin 500mg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126/73 mmHg</a:t>
            </a:r>
            <a:br/>
            <a:r>
              <a:t>Heart Rate: 100 bpm</a:t>
            </a:r>
            <a:br/>
            <a:r>
              <a:t>Temperature: 98.2°F</a:t>
            </a:r>
            <a:br/>
            <a:r>
              <a:t>Respiratory Rate: 14</a:t>
            </a:r>
            <a:br/>
            <a:r>
              <a:t>O2 Saturation: 100%</a:t>
            </a:r>
            <a:br/>
            <a:r>
              <a:t>Weight: 244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Miranda Mills, DO</a:t>
            </a:r>
            <a:br/>
            <a:r>
              <a:t>Specialty: Psychiatry</a:t>
            </a:r>
            <a:br/>
            <a:br/>
            <a:r>
              <a:t>Primary diagnosis: Coronary Artery Disease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