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Lynnchester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Lori Allen</a:t>
            </a:r>
            <a:br/>
            <a:r>
              <a:t>MRN: MRN459949</a:t>
            </a:r>
            <a:br/>
            <a:r>
              <a:t>DOB: 11/15/2007 (Age: 18)</a:t>
            </a:r>
            <a:br/>
            <a:r>
              <a:t>Contact: 718-740-6548 / iflores@example.net</a:t>
            </a:r>
            <a:br/>
            <a:r>
              <a:t>Address: 2961 Jones Fields Suite 974, Shawnhaven, 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128/89 mmHg</a:t>
            </a:r>
            <a:br/>
            <a:r>
              <a:t>Heart Rate: 95 bpm</a:t>
            </a:r>
            <a:br/>
            <a:r>
              <a:t>Temperature: 98.7°F</a:t>
            </a:r>
            <a:br/>
            <a:r>
              <a:t>Respiratory Rate: 16</a:t>
            </a:r>
            <a:br/>
            <a:r>
              <a:t>O2 Saturation: 98%</a:t>
            </a:r>
            <a:br/>
            <a:r>
              <a:t>Weight: 193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Charles Chavez, NP</a:t>
            </a:r>
            <a:br/>
            <a:r>
              <a:t>Specialty: Internal Medicine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