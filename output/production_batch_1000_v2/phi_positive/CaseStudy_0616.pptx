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Lindsayland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Bryan Campbell</a:t>
            </a:r>
            <a:br/>
            <a:r>
              <a:t>MRN: MRN164179</a:t>
            </a:r>
            <a:br/>
            <a:r>
              <a:t>DOB: 10/16/1984 (Age: 41)</a:t>
            </a:r>
            <a:br/>
            <a:r>
              <a:t>Contact: (290)795-1980x959 / nsmith@example.org</a:t>
            </a:r>
            <a:br/>
            <a:r>
              <a:t>Address: 2510 Collin Walk Apt. 087, East Jeremyburgh, KY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144/88 mmHg</a:t>
            </a:r>
            <a:br/>
            <a:r>
              <a:t>Heart Rate: 95 bpm</a:t>
            </a:r>
            <a:br/>
            <a:r>
              <a:t>Temperature: 97.5°F</a:t>
            </a:r>
            <a:br/>
            <a:r>
              <a:t>Respiratory Rate: 12</a:t>
            </a:r>
            <a:br/>
            <a:r>
              <a:t>O2 Saturation: 97%</a:t>
            </a:r>
            <a:br/>
            <a:r>
              <a:t>Weight: 243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Timothy Castillo, DO</a:t>
            </a:r>
            <a:br/>
            <a:r>
              <a:t>Specialty: Orthopedics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