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Powellbury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Stephanie Adams</a:t>
            </a:r>
            <a:br/>
            <a:r>
              <a:t>MRN: MRN232915</a:t>
            </a:r>
            <a:br/>
            <a:r>
              <a:t>DOB: 08/29/1999 (Age: 26)</a:t>
            </a:r>
            <a:br/>
            <a:r>
              <a:t>Contact: 421-366-7467x62120 / epruitt@example.net</a:t>
            </a:r>
            <a:br/>
            <a:r>
              <a:t>Address: 96590 Timothy Oval Apt. 670, West Dianatown, VT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Lisinopril 10mg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140/82 mmHg</a:t>
            </a:r>
            <a:br/>
            <a:r>
              <a:t>Heart Rate: 87 bpm</a:t>
            </a:r>
            <a:br/>
            <a:r>
              <a:t>Temperature: 98.7°F</a:t>
            </a:r>
            <a:br/>
            <a:r>
              <a:t>Respiratory Rate: 19</a:t>
            </a:r>
            <a:br/>
            <a:r>
              <a:t>O2 Saturation: 100%</a:t>
            </a:r>
            <a:br/>
            <a:r>
              <a:t>Weight: 233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Alicia Manning, MD</a:t>
            </a:r>
            <a:br/>
            <a:r>
              <a:t>Specialty: Gastroenterology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