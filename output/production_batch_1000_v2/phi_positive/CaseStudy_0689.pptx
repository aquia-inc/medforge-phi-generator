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Tamara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Angela Andrade</a:t>
            </a:r>
            <a:br/>
            <a:r>
              <a:t>MRN: MRN168776</a:t>
            </a:r>
            <a:br/>
            <a:r>
              <a:t>DOB: 11/04/1994 (Age: 31)</a:t>
            </a:r>
            <a:br/>
            <a:r>
              <a:t>Contact: 5906423266 / richard50@example.net</a:t>
            </a:r>
            <a:br/>
            <a:r>
              <a:t>Address: 79425 David Expressway Apt. 395, North Thomas, 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152/70 mmHg</a:t>
            </a:r>
            <a:br/>
            <a:r>
              <a:t>Heart Rate: 89 bpm</a:t>
            </a:r>
            <a:br/>
            <a:r>
              <a:t>Temperature: 97.4°F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268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Stephanie Brennan, DO</a:t>
            </a:r>
            <a:br/>
            <a:r>
              <a:t>Specialty: Neurology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