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Karen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Amy Moreno</a:t>
            </a:r>
            <a:br/>
            <a:r>
              <a:t>MRN: MRN783134</a:t>
            </a:r>
            <a:br/>
            <a:r>
              <a:t>DOB: 03/19/1937 (Age: 88)</a:t>
            </a:r>
            <a:br/>
            <a:r>
              <a:t>Contact: 001-557-886-2180x816 / jacksonashley@example.com</a:t>
            </a:r>
            <a:br/>
            <a:r>
              <a:t>Address: 686 Sarah View, Adamshire,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119/88 mmHg</a:t>
            </a:r>
            <a:br/>
            <a:r>
              <a:t>Heart Rate: 72 bpm</a:t>
            </a:r>
            <a:br/>
            <a:r>
              <a:t>Temperature: 97.0°F</a:t>
            </a:r>
            <a:br/>
            <a:r>
              <a:t>Respiratory Rate: 13</a:t>
            </a:r>
            <a:br/>
            <a:r>
              <a:t>O2 Saturation: 100%</a:t>
            </a:r>
            <a:br/>
            <a:r>
              <a:t>Weight: 158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Michael Gallagher, MD</a:t>
            </a:r>
            <a:br/>
            <a:r>
              <a:t>Specialty: Family Medicine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