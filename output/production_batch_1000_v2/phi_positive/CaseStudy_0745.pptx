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Rachelfurt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Catherine Waters</a:t>
            </a:r>
            <a:br/>
            <a:r>
              <a:t>MRN: MRN749685</a:t>
            </a:r>
            <a:br/>
            <a:r>
              <a:t>DOB: 08/15/1947 (Age: 78)</a:t>
            </a:r>
            <a:br/>
            <a:r>
              <a:t>Contact: 390.768.4005 / oharris@example.com</a:t>
            </a:r>
            <a:br/>
            <a:r>
              <a:t>Address: 03994 Jessica Squares, East Michelleborough, SD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138/94 mmHg</a:t>
            </a:r>
            <a:br/>
            <a:r>
              <a:t>Heart Rate: 77 bpm</a:t>
            </a:r>
            <a:br/>
            <a:r>
              <a:t>Temperature: 99.3°F</a:t>
            </a:r>
            <a:br/>
            <a:r>
              <a:t>Respiratory Rate: 18</a:t>
            </a:r>
            <a:br/>
            <a:r>
              <a:t>O2 Saturation: 98%</a:t>
            </a:r>
            <a:br/>
            <a:r>
              <a:t>Weight: 201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James Landry, NP</a:t>
            </a:r>
            <a:br/>
            <a:r>
              <a:t>Specialty: Endocrinology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