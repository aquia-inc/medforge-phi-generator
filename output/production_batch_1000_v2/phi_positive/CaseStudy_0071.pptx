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Territon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David Brown</a:t>
            </a:r>
            <a:br/>
            <a:r>
              <a:t>MRN: MRN785491</a:t>
            </a:r>
            <a:br/>
            <a:r>
              <a:t>DOB: 12/26/1934 (Age: 90)</a:t>
            </a:r>
            <a:br/>
            <a:r>
              <a:t>Contact: 843.608.9487x06056 / fraziersteven@example.com</a:t>
            </a:r>
            <a:br/>
            <a:r>
              <a:t>Address: 304 Patel Island, South Jamesland, FM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124/76 mmHg</a:t>
            </a:r>
            <a:br/>
            <a:r>
              <a:t>Heart Rate: 96 bpm</a:t>
            </a:r>
            <a:br/>
            <a:r>
              <a:t>Temperature: 98.2°F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191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Lindsey Mooney, DO</a:t>
            </a:r>
            <a:br/>
            <a:r>
              <a:t>Specialty: Gastroenterology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