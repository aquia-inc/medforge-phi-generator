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Joycestad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Philip Marshall</a:t>
            </a:r>
            <a:br/>
            <a:r>
              <a:t>MRN: MRN501166</a:t>
            </a:r>
            <a:br/>
            <a:r>
              <a:t>DOB: 03/10/1933 (Age: 92)</a:t>
            </a:r>
            <a:br/>
            <a:r>
              <a:t>Contact: (343)861-1388x7057 / maryhunter@example.com</a:t>
            </a:r>
            <a:br/>
            <a:r>
              <a:t>Address: 8700 Scott Crest Suite 699, Wyatthaven, 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118/93 mmHg</a:t>
            </a:r>
            <a:br/>
            <a:r>
              <a:t>Heart Rate: 81 bpm</a:t>
            </a:r>
            <a:br/>
            <a:r>
              <a:t>Temperature: 98.7°F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183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Michael Sharp, DO</a:t>
            </a:r>
            <a:br/>
            <a:r>
              <a:t>Specialty: Internal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