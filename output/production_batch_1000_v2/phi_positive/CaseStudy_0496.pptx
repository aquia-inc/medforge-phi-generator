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Hunterhaven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Jocelyn King</a:t>
            </a:r>
            <a:br/>
            <a:r>
              <a:t>MRN: MRN142301</a:t>
            </a:r>
            <a:br/>
            <a:r>
              <a:t>DOB: 10/22/1983 (Age: 42)</a:t>
            </a:r>
            <a:br/>
            <a:r>
              <a:t>Contact: 9322240807 / hallkelsey@example.org</a:t>
            </a:r>
            <a:br/>
            <a:r>
              <a:t>Address: 50685 Kelly Bridge Suite 920, Davestad, CO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Osteoarthritis (ICD-10: M19.90)</a:t>
            </a:r>
          </a:p>
          <a:p>
            <a:pPr lvl="1">
              <a:defRPr sz="1400"/>
            </a:pPr>
            <a:r>
              <a:t>• Type 2 Diabetes Mellitus (ICD-10: E11.9)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Losartan 50mg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123/77 mmHg</a:t>
            </a:r>
            <a:br/>
            <a:r>
              <a:t>Heart Rate: 83 bpm</a:t>
            </a:r>
            <a:br/>
            <a:r>
              <a:t>Temperature: 98.5°F</a:t>
            </a:r>
            <a:br/>
            <a:r>
              <a:t>Respiratory Rate: 13</a:t>
            </a:r>
            <a:br/>
            <a:r>
              <a:t>O2 Saturation: 95%</a:t>
            </a:r>
            <a:br/>
            <a:r>
              <a:t>Weight: 146 lbs</a:t>
            </a:r>
            <a:br/>
            <a:r>
              <a:t>Height: 71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Donald Dalton, PA</a:t>
            </a:r>
            <a:br/>
            <a:r>
              <a:t>Specialty: Internal Medicine</a:t>
            </a:r>
            <a:br/>
            <a:br/>
            <a:r>
              <a:t>Primary diagnosis: Osteoarthritis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