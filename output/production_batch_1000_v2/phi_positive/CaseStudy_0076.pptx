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Grayfort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Benjamin Mclean</a:t>
            </a:r>
            <a:br/>
            <a:r>
              <a:t>MRN: MRN476993</a:t>
            </a:r>
            <a:br/>
            <a:r>
              <a:t>DOB: 10/29/1945 (Age: 80)</a:t>
            </a:r>
            <a:br/>
            <a:r>
              <a:t>Contact: (745)708-6403 / jamiebrown@example.net</a:t>
            </a:r>
            <a:br/>
            <a:r>
              <a:t>Address: 396 White Roads, North Mollyland, ID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Sertraline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151/91 mmHg</a:t>
            </a:r>
            <a:br/>
            <a:r>
              <a:t>Heart Rate: 85 bpm</a:t>
            </a:r>
            <a:br/>
            <a:r>
              <a:t>Temperature: 99.4°F</a:t>
            </a:r>
            <a:br/>
            <a:r>
              <a:t>Respiratory Rate: 17</a:t>
            </a:r>
            <a:br/>
            <a:r>
              <a:t>O2 Saturation: 98%</a:t>
            </a:r>
            <a:br/>
            <a:r>
              <a:t>Weight: 147 lbs</a:t>
            </a:r>
            <a:br/>
            <a:r>
              <a:t>Height: 60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Cynthia Thomas, MD</a:t>
            </a:r>
            <a:br/>
            <a:r>
              <a:t>Specialty: Nephrology</a:t>
            </a:r>
            <a:br/>
            <a:br/>
            <a:r>
              <a:t>Primary diagnosis: Chronic Obstructive Pulmonary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