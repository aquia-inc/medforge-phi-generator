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Cynthiaborough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Mark Kelly</a:t>
            </a:r>
            <a:br/>
            <a:r>
              <a:t>MRN: MRN583717</a:t>
            </a:r>
            <a:br/>
            <a:r>
              <a:t>DOB: 09/09/1933 (Age: 92)</a:t>
            </a:r>
            <a:br/>
            <a:r>
              <a:t>Contact: 7632958454 / penny29@example.com</a:t>
            </a:r>
            <a:br/>
            <a:r>
              <a:t>Address: 70476 Charlene Knoll Suite 835, West Connorhaven, 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Metoprolol 25mg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128/76 mmHg</a:t>
            </a:r>
            <a:br/>
            <a:r>
              <a:t>Heart Rate: 83 bpm</a:t>
            </a:r>
            <a:br/>
            <a:r>
              <a:t>Temperature: 98.0°F</a:t>
            </a:r>
            <a:br/>
            <a:r>
              <a:t>Respiratory Rate: 13</a:t>
            </a:r>
            <a:br/>
            <a:r>
              <a:t>O2 Saturation: 97%</a:t>
            </a:r>
            <a:br/>
            <a:r>
              <a:t>Weight: 135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Kyle Johnson, NP</a:t>
            </a:r>
            <a:br/>
            <a:r>
              <a:t>Specialty: Gastroenterology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