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Tylerchester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Kimberly Bond</a:t>
            </a:r>
            <a:br/>
            <a:r>
              <a:t>MRN: MRN794868</a:t>
            </a:r>
            <a:br/>
            <a:r>
              <a:t>DOB: 01/19/1954 (Age: 71)</a:t>
            </a:r>
            <a:br/>
            <a:r>
              <a:t>Contact: 402-990-8718 / heidi68@example.net</a:t>
            </a:r>
            <a:br/>
            <a:r>
              <a:t>Address: 9187 Rachel Hill, North Kelly, 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133/77 mmHg</a:t>
            </a:r>
            <a:br/>
            <a:r>
              <a:t>Heart Rate: 62 bpm</a:t>
            </a:r>
            <a:br/>
            <a:r>
              <a:t>Temperature: 98.7°F</a:t>
            </a:r>
            <a:br/>
            <a:r>
              <a:t>Respiratory Rate: 20</a:t>
            </a:r>
            <a:br/>
            <a:r>
              <a:t>O2 Saturation: 97%</a:t>
            </a:r>
            <a:br/>
            <a:r>
              <a:t>Weight: 219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Daniel Moore, PA</a:t>
            </a:r>
            <a:br/>
            <a:r>
              <a:t>Specialty: Internal Medicine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