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South Joshuahaven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Devon Nguyen</a:t>
            </a:r>
            <a:br/>
            <a:r>
              <a:t>MRN: MRN999762</a:t>
            </a:r>
            <a:br/>
            <a:r>
              <a:t>DOB: 07/07/1932 (Age: 93)</a:t>
            </a:r>
            <a:br/>
            <a:r>
              <a:t>Contact: 001-760-256-4329x0088 / cookgabriella@example.com</a:t>
            </a:r>
            <a:br/>
            <a:r>
              <a:t>Address: 63622 Michelle Estates Suite 053, Floresborough, 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119/83 mmHg</a:t>
            </a:r>
            <a:br/>
            <a:r>
              <a:t>Heart Rate: 65 bpm</a:t>
            </a:r>
            <a:br/>
            <a:r>
              <a:t>Temperature: 98.0°F</a:t>
            </a:r>
            <a:br/>
            <a:r>
              <a:t>Respiratory Rate: 14</a:t>
            </a:r>
            <a:br/>
            <a:r>
              <a:t>O2 Saturation: 95%</a:t>
            </a:r>
            <a:br/>
            <a:r>
              <a:t>Weight: 145 lbs</a:t>
            </a:r>
            <a:br/>
            <a:r>
              <a:t>Height: 73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James Hansen, NP</a:t>
            </a:r>
            <a:br/>
            <a:r>
              <a:t>Specialty: Gastroenterology</a:t>
            </a:r>
            <a:br/>
            <a:br/>
            <a:r>
              <a:t>Primary diagnosis: Chronic Obstructive Pulmonary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