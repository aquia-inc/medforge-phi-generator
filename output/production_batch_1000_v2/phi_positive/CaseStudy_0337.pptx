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Susanshire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Jennifer Huber</a:t>
            </a:r>
            <a:br/>
            <a:r>
              <a:t>MRN: MRN362073</a:t>
            </a:r>
            <a:br/>
            <a:r>
              <a:t>DOB: 05/13/1942 (Age: 83)</a:t>
            </a:r>
            <a:br/>
            <a:r>
              <a:t>Contact: (901)851-4977 / autumn36@example.net</a:t>
            </a:r>
            <a:br/>
            <a:r>
              <a:t>Address: 5765 William Expressway, Lake Stacey, WV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129/88 mmHg</a:t>
            </a:r>
            <a:br/>
            <a:r>
              <a:t>Heart Rate: 80 bpm</a:t>
            </a:r>
            <a:br/>
            <a:r>
              <a:t>Temperature: 99.1°F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238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Daniel Bradley, PA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