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Jessicaland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Tony Shields</a:t>
            </a:r>
            <a:br/>
            <a:r>
              <a:t>MRN: MRN636002</a:t>
            </a:r>
            <a:br/>
            <a:r>
              <a:t>DOB: 04/27/1972 (Age: 53)</a:t>
            </a:r>
            <a:br/>
            <a:r>
              <a:t>Contact: +1-523-711-9676x47583 / hgray@example.net</a:t>
            </a:r>
            <a:br/>
            <a:r>
              <a:t>Address: 227 Virginia Springs, Porterfort,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146/93 mmHg</a:t>
            </a:r>
            <a:br/>
            <a:r>
              <a:t>Heart Rate: 93 bpm</a:t>
            </a:r>
            <a:br/>
            <a:r>
              <a:t>Temperature: 99.3°F</a:t>
            </a:r>
            <a:br/>
            <a:r>
              <a:t>Respiratory Rate: 15</a:t>
            </a:r>
            <a:br/>
            <a:r>
              <a:t>O2 Saturation: 98%</a:t>
            </a:r>
            <a:br/>
            <a:r>
              <a:t>Weight: 275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Amanda Collins, DO</a:t>
            </a:r>
            <a:br/>
            <a:r>
              <a:t>Specialty: Gastroenterology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