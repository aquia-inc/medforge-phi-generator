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Bakerfort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Steven Blair</a:t>
            </a:r>
            <a:br/>
            <a:r>
              <a:t>MRN: MRN621282</a:t>
            </a:r>
            <a:br/>
            <a:r>
              <a:t>DOB: 12/17/1933 (Age: 91)</a:t>
            </a:r>
            <a:br/>
            <a:r>
              <a:t>Contact: 611-459-0592x56870 / nbaker@example.com</a:t>
            </a:r>
            <a:br/>
            <a:r>
              <a:t>Address: 80466 Heather Road Suite 382, Anthonyport, 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151/95 mmHg</a:t>
            </a:r>
            <a:br/>
            <a:r>
              <a:t>Heart Rate: 81 bpm</a:t>
            </a:r>
            <a:br/>
            <a:r>
              <a:t>Temperature: 97.8°F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203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Douglas Marshall, PA</a:t>
            </a:r>
            <a:br/>
            <a:r>
              <a:t>Specialty: Psychiatry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