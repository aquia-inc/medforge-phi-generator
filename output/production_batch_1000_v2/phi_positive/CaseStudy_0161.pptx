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West Leahchester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Lisa Ramirez</a:t>
            </a:r>
            <a:br/>
            <a:r>
              <a:t>MRN: MRN512160</a:t>
            </a:r>
            <a:br/>
            <a:r>
              <a:t>DOB: 02/27/1930 (Age: 95)</a:t>
            </a:r>
            <a:br/>
            <a:r>
              <a:t>Contact: (271)850-0666x6411 / kerry11@example.net</a:t>
            </a:r>
            <a:br/>
            <a:r>
              <a:t>Address: 0785 Raymond Viaduct, Kelseyfort, AZ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117/92 mmHg</a:t>
            </a:r>
            <a:br/>
            <a:r>
              <a:t>Heart Rate: 88 bpm</a:t>
            </a:r>
            <a:br/>
            <a:r>
              <a:t>Temperature: 98.6°F</a:t>
            </a:r>
            <a:br/>
            <a:r>
              <a:t>Respiratory Rate: 13</a:t>
            </a:r>
            <a:br/>
            <a:r>
              <a:t>O2 Saturation: 99%</a:t>
            </a:r>
            <a:br/>
            <a:r>
              <a:t>Weight: 218 lbs</a:t>
            </a:r>
            <a:br/>
            <a:r>
              <a:t>Height: 65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Christina Richardson, PA</a:t>
            </a:r>
            <a:br/>
            <a:r>
              <a:t>Specialty: Psychiatry</a:t>
            </a:r>
            <a:br/>
            <a:br/>
            <a:r>
              <a:t>Primary diagnosis: Hyperlipidemia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