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Michaelburgh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Jillian Larson</a:t>
            </a:r>
            <a:br/>
            <a:r>
              <a:t>MRN: MRN596520</a:t>
            </a:r>
            <a:br/>
            <a:r>
              <a:t>DOB: 01/29/1996 (Age: 29)</a:t>
            </a:r>
            <a:br/>
            <a:r>
              <a:t>Contact: 767.389.9730x8069 / patricia67@example.org</a:t>
            </a:r>
            <a:br/>
            <a:r>
              <a:t>Address: 576 Evan Stream Apt. 757, New Jeffrey,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151/72 mmHg</a:t>
            </a:r>
            <a:br/>
            <a:r>
              <a:t>Heart Rate: 88 bpm</a:t>
            </a:r>
            <a:br/>
            <a:r>
              <a:t>Temperature: 99.1°F</a:t>
            </a:r>
            <a:br/>
            <a:r>
              <a:t>Respiratory Rate: 13</a:t>
            </a:r>
            <a:br/>
            <a:r>
              <a:t>O2 Saturation: 99%</a:t>
            </a:r>
            <a:br/>
            <a:r>
              <a:t>Weight: 168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Matthew Guzman, NP</a:t>
            </a:r>
            <a:br/>
            <a:r>
              <a:t>Specialty: Pulmonology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