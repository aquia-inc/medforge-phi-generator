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Deanstad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Mark Steele</a:t>
            </a:r>
            <a:br/>
            <a:r>
              <a:t>MRN: MRN425469</a:t>
            </a:r>
            <a:br/>
            <a:r>
              <a:t>DOB: 02/22/1937 (Age: 88)</a:t>
            </a:r>
            <a:br/>
            <a:r>
              <a:t>Contact: +1-270-895-5772x00536 / jeffrey38@example.org</a:t>
            </a:r>
            <a:br/>
            <a:r>
              <a:t>Address: 87767 Frank Tunnel, Sandraview, 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117/71 mmHg</a:t>
            </a:r>
            <a:br/>
            <a:r>
              <a:t>Heart Rate: 94 bpm</a:t>
            </a:r>
            <a:br/>
            <a:r>
              <a:t>Temperature: 98.5°F</a:t>
            </a:r>
            <a:br/>
            <a:r>
              <a:t>Respiratory Rate: 17</a:t>
            </a:r>
            <a:br/>
            <a:r>
              <a:t>O2 Saturation: 98%</a:t>
            </a:r>
            <a:br/>
            <a:r>
              <a:t>Weight: 178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Patricia Wood, DO</a:t>
            </a:r>
            <a:br/>
            <a:r>
              <a:t>Specialty: Gastroenterology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