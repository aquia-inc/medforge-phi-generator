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Jamesstad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Emily Maddox</a:t>
            </a:r>
            <a:br/>
            <a:r>
              <a:t>MRN: MRN464519</a:t>
            </a:r>
            <a:br/>
            <a:r>
              <a:t>DOB: 07/11/1949 (Age: 76)</a:t>
            </a:r>
            <a:br/>
            <a:r>
              <a:t>Contact: (764)616-5064x330 / potterrichard@example.com</a:t>
            </a:r>
            <a:br/>
            <a:r>
              <a:t>Address: 48268 Stephen Junction Suite 393, North Bonnieberg, MH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156/82 mmHg</a:t>
            </a:r>
            <a:br/>
            <a:r>
              <a:t>Heart Rate: 85 bpm</a:t>
            </a:r>
            <a:br/>
            <a:r>
              <a:t>Temperature: 97.3°F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172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Eric Callahan, NP</a:t>
            </a:r>
            <a:br/>
            <a:r>
              <a:t>Specialty: Pulmonology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