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Ericfort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Kevin Ayala</a:t>
            </a:r>
            <a:br/>
            <a:r>
              <a:t>MRN: MRN371914</a:t>
            </a:r>
            <a:br/>
            <a:r>
              <a:t>DOB: 12/14/1952 (Age: 72)</a:t>
            </a:r>
            <a:br/>
            <a:r>
              <a:t>Contact: 6842232423 / hillshawn@example.org</a:t>
            </a:r>
            <a:br/>
            <a:r>
              <a:t>Address: 55369 Mark Junction Suite 749, South Grantfort, 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129/72 mmHg</a:t>
            </a:r>
            <a:br/>
            <a:r>
              <a:t>Heart Rate: 68 bpm</a:t>
            </a:r>
            <a:br/>
            <a:r>
              <a:t>Temperature: 97.3°F</a:t>
            </a:r>
            <a:br/>
            <a:r>
              <a:t>Respiratory Rate: 15</a:t>
            </a:r>
            <a:br/>
            <a:r>
              <a:t>O2 Saturation: 95%</a:t>
            </a:r>
            <a:br/>
            <a:r>
              <a:t>Weight: 124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Alexis Ramirez, MD</a:t>
            </a:r>
            <a:br/>
            <a:r>
              <a:t>Specialty: Endocrinology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