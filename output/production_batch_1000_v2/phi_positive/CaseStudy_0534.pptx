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Cookstad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Eric Mullins</a:t>
            </a:r>
            <a:br/>
            <a:r>
              <a:t>MRN: MRN740204</a:t>
            </a:r>
            <a:br/>
            <a:r>
              <a:t>DOB: 04/13/1953 (Age: 72)</a:t>
            </a:r>
            <a:br/>
            <a:r>
              <a:t>Contact: (852)896-7947x1891 / henrynichole@example.org</a:t>
            </a:r>
            <a:br/>
            <a:r>
              <a:t>Address: 17977 Reyes Skyway, North Haroldtown,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136/71 mmHg</a:t>
            </a:r>
            <a:br/>
            <a:r>
              <a:t>Heart Rate: 70 bpm</a:t>
            </a:r>
            <a:br/>
            <a:r>
              <a:t>Temperature: 98.7°F</a:t>
            </a:r>
            <a:br/>
            <a:r>
              <a:t>Respiratory Rate: 12</a:t>
            </a:r>
            <a:br/>
            <a:r>
              <a:t>O2 Saturation: 100%</a:t>
            </a:r>
            <a:br/>
            <a:r>
              <a:t>Weight: 280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Samantha Barker, MD</a:t>
            </a:r>
            <a:br/>
            <a:r>
              <a:t>Specialty: Psychiatry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