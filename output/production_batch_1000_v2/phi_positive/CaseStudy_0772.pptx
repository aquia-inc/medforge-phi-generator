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Oliviaview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Joanna Mann</a:t>
            </a:r>
            <a:br/>
            <a:r>
              <a:t>MRN: MRN726290</a:t>
            </a:r>
            <a:br/>
            <a:r>
              <a:t>DOB: 02/02/1981 (Age: 44)</a:t>
            </a:r>
            <a:br/>
            <a:r>
              <a:t>Contact: 611.441.8734x7778 / dedwards@example.net</a:t>
            </a:r>
            <a:br/>
            <a:r>
              <a:t>Address: 62017 Emily Creek Apt. 423, Lake Karenland,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137/95 mmHg</a:t>
            </a:r>
            <a:br/>
            <a:r>
              <a:t>Heart Rate: 83 bpm</a:t>
            </a:r>
            <a:br/>
            <a:r>
              <a:t>Temperature: 99.3°F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170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Rowe, PA</a:t>
            </a:r>
            <a:br/>
            <a:r>
              <a:t>Specialty: Neurology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