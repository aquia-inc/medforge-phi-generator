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Mariamouth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Sandra Green</a:t>
            </a:r>
            <a:br/>
            <a:r>
              <a:t>MRN: MRN526850</a:t>
            </a:r>
            <a:br/>
            <a:r>
              <a:t>DOB: 01/18/1946 (Age: 79)</a:t>
            </a:r>
            <a:br/>
            <a:r>
              <a:t>Contact: 268-296-9870x36883 / amber79@example.net</a:t>
            </a:r>
            <a:br/>
            <a:r>
              <a:t>Address: 3159 Julie Drive, Lake Dawnfort, 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129/88 mmHg</a:t>
            </a:r>
            <a:br/>
            <a:r>
              <a:t>Heart Rate: 86 bpm</a:t>
            </a:r>
            <a:br/>
            <a:r>
              <a:t>Temperature: 98.1°F</a:t>
            </a:r>
            <a:br/>
            <a:r>
              <a:t>Respiratory Rate: 20</a:t>
            </a:r>
            <a:br/>
            <a:r>
              <a:t>O2 Saturation: 96%</a:t>
            </a:r>
            <a:br/>
            <a:r>
              <a:t>Weight: 156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Mark Walker, DO</a:t>
            </a:r>
            <a:br/>
            <a:r>
              <a:t>Specialty: Endocrinology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