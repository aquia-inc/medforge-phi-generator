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Ashleyberg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Ashley Gentry</a:t>
            </a:r>
            <a:br/>
            <a:r>
              <a:t>MRN: MRN745092</a:t>
            </a:r>
            <a:br/>
            <a:r>
              <a:t>DOB: 10/07/1984 (Age: 41)</a:t>
            </a:r>
            <a:br/>
            <a:r>
              <a:t>Contact: 8036375229 / dana10@example.net</a:t>
            </a:r>
            <a:br/>
            <a:r>
              <a:t>Address: 25145 Castillo Radial, Maryborough, NH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Omeprazole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158/86 mmHg</a:t>
            </a:r>
            <a:br/>
            <a:r>
              <a:t>Heart Rate: 89 bpm</a:t>
            </a:r>
            <a:br/>
            <a:r>
              <a:t>Temperature: 99.1°F</a:t>
            </a:r>
            <a:br/>
            <a:r>
              <a:t>Respiratory Rate: 13</a:t>
            </a:r>
            <a:br/>
            <a:r>
              <a:t>O2 Saturation: 95%</a:t>
            </a:r>
            <a:br/>
            <a:r>
              <a:t>Weight: 189 lbs</a:t>
            </a:r>
            <a:br/>
            <a:r>
              <a:t>Height: 63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David Washington, NP</a:t>
            </a:r>
            <a:br/>
            <a:r>
              <a:t>Specialty: Orthopedics</a:t>
            </a:r>
            <a:br/>
            <a:br/>
            <a:r>
              <a:t>Primary diagnosis: Gastroesophageal Reflux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