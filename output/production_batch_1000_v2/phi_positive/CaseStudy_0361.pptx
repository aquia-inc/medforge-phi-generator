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Blake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Jamie Johnson</a:t>
            </a:r>
            <a:br/>
            <a:r>
              <a:t>MRN: MRN648450</a:t>
            </a:r>
            <a:br/>
            <a:r>
              <a:t>DOB: 05/28/1960 (Age: 65)</a:t>
            </a:r>
            <a:br/>
            <a:r>
              <a:t>Contact: 481.932.6727x3326 / bmoon@example.com</a:t>
            </a:r>
            <a:br/>
            <a:r>
              <a:t>Address: 9588 Beverly Vista Suite 687, Goodwinshire, 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126/76 mmHg</a:t>
            </a:r>
            <a:br/>
            <a:r>
              <a:t>Heart Rate: 89 bpm</a:t>
            </a:r>
            <a:br/>
            <a:r>
              <a:t>Temperature: 97.7°F</a:t>
            </a:r>
            <a:br/>
            <a:r>
              <a:t>Respiratory Rate: 13</a:t>
            </a:r>
            <a:br/>
            <a:r>
              <a:t>O2 Saturation: 99%</a:t>
            </a:r>
            <a:br/>
            <a:r>
              <a:t>Weight: 167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Theresa Roberts, DO</a:t>
            </a:r>
            <a:br/>
            <a:r>
              <a:t>Specialty: Neurology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