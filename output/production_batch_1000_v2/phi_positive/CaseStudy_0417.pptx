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Joanneburgh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Chelsea Peterson</a:t>
            </a:r>
            <a:br/>
            <a:r>
              <a:t>MRN: MRN569063</a:t>
            </a:r>
            <a:br/>
            <a:r>
              <a:t>DOB: 10/20/1992 (Age: 33)</a:t>
            </a:r>
            <a:br/>
            <a:r>
              <a:t>Contact: +1-445-587-5950x8257 / joycebecker@example.org</a:t>
            </a:r>
            <a:br/>
            <a:r>
              <a:t>Address: 0861 Morrison Hollow, Phillipmouth,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153/82 mmHg</a:t>
            </a:r>
            <a:br/>
            <a:r>
              <a:t>Heart Rate: 69 bpm</a:t>
            </a:r>
            <a:br/>
            <a:r>
              <a:t>Temperature: 97.3°F</a:t>
            </a:r>
            <a:br/>
            <a:r>
              <a:t>Respiratory Rate: 15</a:t>
            </a:r>
            <a:br/>
            <a:r>
              <a:t>O2 Saturation: 100%</a:t>
            </a:r>
            <a:br/>
            <a:r>
              <a:t>Weight: 202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Mullins, MD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