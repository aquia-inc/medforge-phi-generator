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Williamfort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Misty George</a:t>
            </a:r>
            <a:br/>
            <a:r>
              <a:t>MRN: MRN126919</a:t>
            </a:r>
            <a:br/>
            <a:r>
              <a:t>DOB: 10/14/1949 (Age: 76)</a:t>
            </a:r>
            <a:br/>
            <a:r>
              <a:t>Contact: (936)930-6193 / sanderschristina@example.com</a:t>
            </a:r>
            <a:br/>
            <a:r>
              <a:t>Address: 187 Robert Lights, West Debra, 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136/80 mmHg</a:t>
            </a:r>
            <a:br/>
            <a:r>
              <a:t>Heart Rate: 64 bpm</a:t>
            </a:r>
            <a:br/>
            <a:r>
              <a:t>Temperature: 98.9°F</a:t>
            </a:r>
            <a:br/>
            <a:r>
              <a:t>Respiratory Rate: 13</a:t>
            </a:r>
            <a:br/>
            <a:r>
              <a:t>O2 Saturation: 98%</a:t>
            </a:r>
            <a:br/>
            <a:r>
              <a:t>Weight: 128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Melissa Peterson, MD</a:t>
            </a:r>
            <a:br/>
            <a:r>
              <a:t>Specialty: Neurology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