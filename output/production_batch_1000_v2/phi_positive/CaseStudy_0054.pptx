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Carrshire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Amanda Frey</a:t>
            </a:r>
            <a:br/>
            <a:r>
              <a:t>MRN: MRN535810</a:t>
            </a:r>
            <a:br/>
            <a:r>
              <a:t>DOB: 05/04/1939 (Age: 86)</a:t>
            </a:r>
            <a:br/>
            <a:r>
              <a:t>Contact: (801)558-5174x3280 / heather15@example.com</a:t>
            </a:r>
            <a:br/>
            <a:r>
              <a:t>Address: 732 James Stravenue, South Paul, WY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125/84 mmHg</a:t>
            </a:r>
            <a:br/>
            <a:r>
              <a:t>Heart Rate: 67 bpm</a:t>
            </a:r>
            <a:br/>
            <a:r>
              <a:t>Temperature: 97.7°F</a:t>
            </a:r>
            <a:br/>
            <a:r>
              <a:t>Respiratory Rate: 15</a:t>
            </a:r>
            <a:br/>
            <a:r>
              <a:t>O2 Saturation: 96%</a:t>
            </a:r>
            <a:br/>
            <a:r>
              <a:t>Weight: 144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Dawn Porter, NP</a:t>
            </a:r>
            <a:br/>
            <a:r>
              <a:t>Specialty: Pulmonology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