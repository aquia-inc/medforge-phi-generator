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Mosston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Kenneth Bell</a:t>
            </a:r>
            <a:br/>
            <a:r>
              <a:t>MRN: MRN282362</a:t>
            </a:r>
            <a:br/>
            <a:r>
              <a:t>DOB: 04/18/1956 (Age: 69)</a:t>
            </a:r>
            <a:br/>
            <a:r>
              <a:t>Contact: +1-251-796-1499x01409 / sarah44@example.net</a:t>
            </a:r>
            <a:br/>
            <a:r>
              <a:t>Address: 52165 Andrea Views Suite 390, Lesterfurt, WA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110/81 mmHg</a:t>
            </a:r>
            <a:br/>
            <a:r>
              <a:t>Heart Rate: 86 bpm</a:t>
            </a:r>
            <a:br/>
            <a:r>
              <a:t>Temperature: 99.2°F</a:t>
            </a:r>
            <a:br/>
            <a:r>
              <a:t>Respiratory Rate: 13</a:t>
            </a:r>
            <a:br/>
            <a:r>
              <a:t>O2 Saturation: 96%</a:t>
            </a:r>
            <a:br/>
            <a:r>
              <a:t>Weight: 264 lbs</a:t>
            </a:r>
            <a:br/>
            <a:r>
              <a:t>Height: 73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Todd Miles, NP</a:t>
            </a:r>
            <a:br/>
            <a:r>
              <a:t>Specialty: Internal Medicine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