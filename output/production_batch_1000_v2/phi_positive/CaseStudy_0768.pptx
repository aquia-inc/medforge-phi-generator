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Garrettberg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Alexis Walsh</a:t>
            </a:r>
            <a:br/>
            <a:r>
              <a:t>MRN: MRN162782</a:t>
            </a:r>
            <a:br/>
            <a:r>
              <a:t>DOB: 08/10/1972 (Age: 53)</a:t>
            </a:r>
            <a:br/>
            <a:r>
              <a:t>Contact: 339.828.2981 / josephclark@example.org</a:t>
            </a:r>
            <a:br/>
            <a:r>
              <a:t>Address: 80386 Williams Way, South Cynthiafurt, 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150/85 mmHg</a:t>
            </a:r>
            <a:br/>
            <a:r>
              <a:t>Heart Rate: 100 bpm</a:t>
            </a:r>
            <a:br/>
            <a:r>
              <a:t>Temperature: 98.1°F</a:t>
            </a:r>
            <a:br/>
            <a:r>
              <a:t>Respiratory Rate: 17</a:t>
            </a:r>
            <a:br/>
            <a:r>
              <a:t>O2 Saturation: 96%</a:t>
            </a:r>
            <a:br/>
            <a:r>
              <a:t>Weight: 154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Matthew Peterson, DO</a:t>
            </a:r>
            <a:br/>
            <a:r>
              <a:t>Specialty: Neurology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