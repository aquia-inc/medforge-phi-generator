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Ellenhaven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Tiffany Davis</a:t>
            </a:r>
            <a:br/>
            <a:r>
              <a:t>MRN: MRN958179</a:t>
            </a:r>
            <a:br/>
            <a:r>
              <a:t>DOB: 03/02/1980 (Age: 45)</a:t>
            </a:r>
            <a:br/>
            <a:r>
              <a:t>Contact: 298.907.9359x782 / shepherdmary@example.net</a:t>
            </a:r>
            <a:br/>
            <a:r>
              <a:t>Address: 203 Ritter Pine, West Nathan,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139/83 mmHg</a:t>
            </a:r>
            <a:br/>
            <a:r>
              <a:t>Heart Rate: 100 bpm</a:t>
            </a:r>
            <a:br/>
            <a:r>
              <a:t>Temperature: 98.4°F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222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Riley Morgan, DO</a:t>
            </a:r>
            <a:br/>
            <a:r>
              <a:t>Specialty: Internal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