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Watersborough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Ashley Fowler</a:t>
            </a:r>
            <a:br/>
            <a:r>
              <a:t>MRN: MRN321449</a:t>
            </a:r>
            <a:br/>
            <a:r>
              <a:t>DOB: 10/16/1968 (Age: 57)</a:t>
            </a:r>
            <a:br/>
            <a:r>
              <a:t>Contact: 635.306.1581 / griffinalexandra@example.org</a:t>
            </a:r>
            <a:br/>
            <a:r>
              <a:t>Address: 233 Thompson Rest Suite 841, Lake Mariah, 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113/92 mmHg</a:t>
            </a:r>
            <a:br/>
            <a:r>
              <a:t>Heart Rate: 67 bpm</a:t>
            </a:r>
            <a:br/>
            <a:r>
              <a:t>Temperature: 98.0°F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260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Alexandra Brown, PA</a:t>
            </a:r>
            <a:br/>
            <a:r>
              <a:t>Specialty: Cardiology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