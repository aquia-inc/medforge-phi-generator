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Brucebury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Sally Hill</a:t>
            </a:r>
            <a:br/>
            <a:r>
              <a:t>MRN: MRN196799</a:t>
            </a:r>
            <a:br/>
            <a:r>
              <a:t>DOB: 11/16/1946 (Age: 79)</a:t>
            </a:r>
            <a:br/>
            <a:r>
              <a:t>Contact: 882-671-7320x31066 / gpark@example.net</a:t>
            </a:r>
            <a:br/>
            <a:r>
              <a:t>Address: 8879 Fox Passage Suite 587, Stevenshire, NJ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120/79 mmHg</a:t>
            </a:r>
            <a:br/>
            <a:r>
              <a:t>Heart Rate: 81 bpm</a:t>
            </a:r>
            <a:br/>
            <a:r>
              <a:t>Temperature: 97.2°F</a:t>
            </a:r>
            <a:br/>
            <a:r>
              <a:t>Respiratory Rate: 13</a:t>
            </a:r>
            <a:br/>
            <a:r>
              <a:t>O2 Saturation: 95%</a:t>
            </a:r>
            <a:br/>
            <a:r>
              <a:t>Weight: 277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Corey Russo, DO</a:t>
            </a:r>
            <a:br/>
            <a:r>
              <a:t>Specialty: Cardiology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