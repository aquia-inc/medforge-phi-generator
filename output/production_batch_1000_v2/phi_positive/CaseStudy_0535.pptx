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Danielport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Carol Aguilar</a:t>
            </a:r>
            <a:br/>
            <a:r>
              <a:t>MRN: MRN699326</a:t>
            </a:r>
            <a:br/>
            <a:r>
              <a:t>DOB: 03/15/1965 (Age: 60)</a:t>
            </a:r>
            <a:br/>
            <a:r>
              <a:t>Contact: 001-281-689-2371 / beth71@example.net</a:t>
            </a:r>
            <a:br/>
            <a:r>
              <a:t>Address: 64689 Nancy Lights, Robertsonside, 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142/70 mmHg</a:t>
            </a:r>
            <a:br/>
            <a:r>
              <a:t>Heart Rate: 64 bpm</a:t>
            </a:r>
            <a:br/>
            <a:r>
              <a:t>Temperature: 99.4°F</a:t>
            </a:r>
            <a:br/>
            <a:r>
              <a:t>Respiratory Rate: 18</a:t>
            </a:r>
            <a:br/>
            <a:r>
              <a:t>O2 Saturation: 97%</a:t>
            </a:r>
            <a:br/>
            <a:r>
              <a:t>Weight: 197 lbs</a:t>
            </a:r>
            <a:br/>
            <a:r>
              <a:t>Height: 64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Carol Thomas, DO</a:t>
            </a:r>
            <a:br/>
            <a:r>
              <a:t>Specialty: Family Medicine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