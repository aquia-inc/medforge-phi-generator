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Michaelport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Bailey Keller</a:t>
            </a:r>
            <a:br/>
            <a:r>
              <a:t>MRN: MRN265531</a:t>
            </a:r>
            <a:br/>
            <a:r>
              <a:t>DOB: 10/19/1968 (Age: 57)</a:t>
            </a:r>
            <a:br/>
            <a:r>
              <a:t>Contact: 767.560.7410 / jessica81@example.com</a:t>
            </a:r>
            <a:br/>
            <a:r>
              <a:t>Address: 3903 Dudley Mews, Port Dennisstad, WI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131/94 mmHg</a:t>
            </a:r>
            <a:br/>
            <a:r>
              <a:t>Heart Rate: 63 bpm</a:t>
            </a:r>
            <a:br/>
            <a:r>
              <a:t>Temperature: 97.3°F</a:t>
            </a:r>
            <a:br/>
            <a:r>
              <a:t>Respiratory Rate: 20</a:t>
            </a:r>
            <a:br/>
            <a:r>
              <a:t>O2 Saturation: 100%</a:t>
            </a:r>
            <a:br/>
            <a:r>
              <a:t>Weight: 204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Cynthia Montgomery, DO</a:t>
            </a:r>
            <a:br/>
            <a:r>
              <a:t>Specialty: Neurology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