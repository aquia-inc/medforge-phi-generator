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Bishopside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Colleen Mitchell</a:t>
            </a:r>
            <a:br/>
            <a:r>
              <a:t>MRN: MRN370874</a:t>
            </a:r>
            <a:br/>
            <a:r>
              <a:t>DOB: 07/26/1932 (Age: 93)</a:t>
            </a:r>
            <a:br/>
            <a:r>
              <a:t>Contact: 001-256-223-3383x16729 / shaunmccall@example.net</a:t>
            </a:r>
            <a:br/>
            <a:r>
              <a:t>Address: 709 Wilson Ridge Suite 130, Evansstad, FL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160/84 mmHg</a:t>
            </a:r>
            <a:br/>
            <a:r>
              <a:t>Heart Rate: 67 bpm</a:t>
            </a:r>
            <a:br/>
            <a:r>
              <a:t>Temperature: 97.9°F</a:t>
            </a:r>
            <a:br/>
            <a:r>
              <a:t>Respiratory Rate: 16</a:t>
            </a:r>
            <a:br/>
            <a:r>
              <a:t>O2 Saturation: 100%</a:t>
            </a:r>
            <a:br/>
            <a:r>
              <a:t>Weight: 266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Austin Smith, DO</a:t>
            </a:r>
            <a:br/>
            <a:r>
              <a:t>Specialty: Nephrology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