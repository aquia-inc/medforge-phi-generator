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Natalieburgh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Steven Brown</a:t>
            </a:r>
            <a:br/>
            <a:r>
              <a:t>MRN: MRN821768</a:t>
            </a:r>
            <a:br/>
            <a:r>
              <a:t>DOB: 05/17/1942 (Age: 83)</a:t>
            </a:r>
            <a:br/>
            <a:r>
              <a:t>Contact: (269)815-6949 / rosalesdeanna@example.com</a:t>
            </a:r>
            <a:br/>
            <a:r>
              <a:t>Address: 00235 Diane Burg Suite 596, West Stephaniefort, 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121/90 mmHg</a:t>
            </a:r>
            <a:br/>
            <a:r>
              <a:t>Heart Rate: 91 bpm</a:t>
            </a:r>
            <a:br/>
            <a:r>
              <a:t>Temperature: 97.9°F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189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Jose Green, NP</a:t>
            </a:r>
            <a:br/>
            <a:r>
              <a:t>Specialty: Cardiology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