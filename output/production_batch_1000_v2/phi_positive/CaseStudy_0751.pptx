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Davidville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Nancy Zimmerman</a:t>
            </a:r>
            <a:br/>
            <a:r>
              <a:t>MRN: MRN363240</a:t>
            </a:r>
            <a:br/>
            <a:r>
              <a:t>DOB: 10/15/1951 (Age: 74)</a:t>
            </a:r>
            <a:br/>
            <a:r>
              <a:t>Contact: 001-470-397-0492 / farrellsarah@example.com</a:t>
            </a:r>
            <a:br/>
            <a:r>
              <a:t>Address: 21999 Benson Expressway Suite 470, Fergusonborough, MN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129/90 mmHg</a:t>
            </a:r>
            <a:br/>
            <a:r>
              <a:t>Heart Rate: 70 bpm</a:t>
            </a:r>
            <a:br/>
            <a:r>
              <a:t>Temperature: 99.2°F</a:t>
            </a:r>
            <a:br/>
            <a:r>
              <a:t>Respiratory Rate: 12</a:t>
            </a:r>
            <a:br/>
            <a:r>
              <a:t>O2 Saturation: 96%</a:t>
            </a:r>
            <a:br/>
            <a:r>
              <a:t>Weight: 255 lbs</a:t>
            </a:r>
            <a:br/>
            <a:r>
              <a:t>Height: 73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Rebecca Vargas, PA</a:t>
            </a:r>
            <a:br/>
            <a:r>
              <a:t>Specialty: Family Medicine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