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Sethview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Jill Perkins</a:t>
            </a:r>
            <a:br/>
            <a:r>
              <a:t>MRN: MRN504083</a:t>
            </a:r>
            <a:br/>
            <a:r>
              <a:t>DOB: 07/28/1995 (Age: 30)</a:t>
            </a:r>
            <a:br/>
            <a:r>
              <a:t>Contact: +1-811-913-0736x619 / lanebrittany@example.com</a:t>
            </a:r>
            <a:br/>
            <a:r>
              <a:t>Address: 162 James Court Suite 168, South Elizabeth, MN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145/79 mmHg</a:t>
            </a:r>
            <a:br/>
            <a:r>
              <a:t>Heart Rate: 66 bpm</a:t>
            </a:r>
            <a:br/>
            <a:r>
              <a:t>Temperature: 97.0°F</a:t>
            </a:r>
            <a:br/>
            <a:r>
              <a:t>Respiratory Rate: 13</a:t>
            </a:r>
            <a:br/>
            <a:r>
              <a:t>O2 Saturation: 96%</a:t>
            </a:r>
            <a:br/>
            <a:r>
              <a:t>Weight: 159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Trevor Brown, DO</a:t>
            </a:r>
            <a:br/>
            <a:r>
              <a:t>Specialty: Endocrinology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