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Caseyton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Jeffrey Frazier</a:t>
            </a:r>
            <a:br/>
            <a:r>
              <a:t>MRN: MRN565921</a:t>
            </a:r>
            <a:br/>
            <a:r>
              <a:t>DOB: 01/03/1996 (Age: 29)</a:t>
            </a:r>
            <a:br/>
            <a:r>
              <a:t>Contact: 941.322.8767x0444 / qcunningham@example.org</a:t>
            </a:r>
            <a:br/>
            <a:r>
              <a:t>Address: 040 William Lodge, Lake Jessica, WV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145/70 mmHg</a:t>
            </a:r>
            <a:br/>
            <a:r>
              <a:t>Heart Rate: 95 bpm</a:t>
            </a:r>
            <a:br/>
            <a:r>
              <a:t>Temperature: 99.0°F</a:t>
            </a:r>
            <a:br/>
            <a:r>
              <a:t>Respiratory Rate: 19</a:t>
            </a:r>
            <a:br/>
            <a:r>
              <a:t>O2 Saturation: 97%</a:t>
            </a:r>
            <a:br/>
            <a:r>
              <a:t>Weight: 247 lbs</a:t>
            </a:r>
            <a:br/>
            <a:r>
              <a:t>Height: 68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Jesse Luna, NP</a:t>
            </a:r>
            <a:br/>
            <a:r>
              <a:t>Specialty: Orthopedics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