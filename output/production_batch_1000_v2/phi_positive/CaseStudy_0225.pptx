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Hollyview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Andrew Russell</a:t>
            </a:r>
            <a:br/>
            <a:r>
              <a:t>MRN: MRN237529</a:t>
            </a:r>
            <a:br/>
            <a:r>
              <a:t>DOB: 08/30/1994 (Age: 31)</a:t>
            </a:r>
            <a:br/>
            <a:r>
              <a:t>Contact: (992)896-5685x12062 / owhite@example.net</a:t>
            </a:r>
            <a:br/>
            <a:r>
              <a:t>Address: 097 Jonathan Wells Suite 212, West Samuelstad, MH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Sertraline 50mg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116/95 mmHg</a:t>
            </a:r>
            <a:br/>
            <a:r>
              <a:t>Heart Rate: 86 bpm</a:t>
            </a:r>
            <a:br/>
            <a:r>
              <a:t>Temperature: 99.4°F</a:t>
            </a:r>
            <a:br/>
            <a:r>
              <a:t>Respiratory Rate: 19</a:t>
            </a:r>
            <a:br/>
            <a:r>
              <a:t>O2 Saturation: 97%</a:t>
            </a:r>
            <a:br/>
            <a:r>
              <a:t>Weight: 180 lbs</a:t>
            </a:r>
            <a:br/>
            <a:r>
              <a:t>Height: 66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Jacob Cobb, MD</a:t>
            </a:r>
            <a:br/>
            <a:r>
              <a:t>Specialty: Internal Medicine</a:t>
            </a:r>
            <a:br/>
            <a:br/>
            <a:r>
              <a:t>Primary diagnosis: Chronic Obstructive Pulmonary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