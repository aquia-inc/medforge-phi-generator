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Lake Erinmouth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Anthony Marshall</a:t>
            </a:r>
            <a:br/>
            <a:r>
              <a:t>MRN: MRN801534</a:t>
            </a:r>
            <a:br/>
            <a:r>
              <a:t>DOB: 10/23/1938 (Age: 87)</a:t>
            </a:r>
            <a:br/>
            <a:r>
              <a:t>Contact: 366-200-1283x827 / cummingsjulie@example.org</a:t>
            </a:r>
            <a:br/>
            <a:r>
              <a:t>Address: 96151 Anthony Greens, Alexanderchester, 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Metoprolol 25mg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131/86 mmHg</a:t>
            </a:r>
            <a:br/>
            <a:r>
              <a:t>Heart Rate: 62 bpm</a:t>
            </a:r>
            <a:br/>
            <a:r>
              <a:t>Temperature: 97.7°F</a:t>
            </a:r>
            <a:br/>
            <a:r>
              <a:t>Respiratory Rate: 16</a:t>
            </a:r>
            <a:br/>
            <a:r>
              <a:t>O2 Saturation: 100%</a:t>
            </a:r>
            <a:br/>
            <a:r>
              <a:t>Weight: 276 lbs</a:t>
            </a:r>
            <a:br/>
            <a:r>
              <a:t>Height: 66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Mark Sosa, MD</a:t>
            </a:r>
            <a:br/>
            <a:r>
              <a:t>Specialty: Orthopedics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