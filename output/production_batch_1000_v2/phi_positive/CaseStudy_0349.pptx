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Patrickshire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Gwendolyn Rodriguez</a:t>
            </a:r>
            <a:br/>
            <a:r>
              <a:t>MRN: MRN743095</a:t>
            </a:r>
            <a:br/>
            <a:r>
              <a:t>DOB: 04/20/1968 (Age: 57)</a:t>
            </a:r>
            <a:br/>
            <a:r>
              <a:t>Contact: (946)215-2653x2224 / bairdaaron@example.com</a:t>
            </a:r>
            <a:br/>
            <a:r>
              <a:t>Address: 97198 Williams Ville, Johnport, OH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143/76 mmHg</a:t>
            </a:r>
            <a:br/>
            <a:r>
              <a:t>Heart Rate: 83 bpm</a:t>
            </a:r>
            <a:br/>
            <a:r>
              <a:t>Temperature: 98.3°F</a:t>
            </a:r>
            <a:br/>
            <a:r>
              <a:t>Respiratory Rate: 14</a:t>
            </a:r>
            <a:br/>
            <a:r>
              <a:t>O2 Saturation: 99%</a:t>
            </a:r>
            <a:br/>
            <a:r>
              <a:t>Weight: 221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Kathy Lin, NP</a:t>
            </a:r>
            <a:br/>
            <a:r>
              <a:t>Specialty: Cardiology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