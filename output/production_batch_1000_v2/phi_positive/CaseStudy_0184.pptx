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Hubbardmouth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Jonathan Jones</a:t>
            </a:r>
            <a:br/>
            <a:r>
              <a:t>MRN: MRN107574</a:t>
            </a:r>
            <a:br/>
            <a:r>
              <a:t>DOB: 05/07/1959 (Age: 66)</a:t>
            </a:r>
            <a:br/>
            <a:r>
              <a:t>Contact: 601-897-5358 / brad51@example.org</a:t>
            </a:r>
            <a:br/>
            <a:r>
              <a:t>Address: 880 Tracy Forest, West Douglaschester,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148/75 mmHg</a:t>
            </a:r>
            <a:br/>
            <a:r>
              <a:t>Heart Rate: 91 bpm</a:t>
            </a:r>
            <a:br/>
            <a:r>
              <a:t>Temperature: 98.5°F</a:t>
            </a:r>
            <a:br/>
            <a:r>
              <a:t>Respiratory Rate: 13</a:t>
            </a:r>
            <a:br/>
            <a:r>
              <a:t>O2 Saturation: 100%</a:t>
            </a:r>
            <a:br/>
            <a:r>
              <a:t>Weight: 197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Dennis Vincent, PA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