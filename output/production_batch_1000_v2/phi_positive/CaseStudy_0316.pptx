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Scott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Daniel Perez</a:t>
            </a:r>
            <a:br/>
            <a:r>
              <a:t>MRN: MRN583232</a:t>
            </a:r>
            <a:br/>
            <a:r>
              <a:t>DOB: 02/29/1964 (Age: 61)</a:t>
            </a:r>
            <a:br/>
            <a:r>
              <a:t>Contact: 3239936276 / rhull@example.net</a:t>
            </a:r>
            <a:br/>
            <a:r>
              <a:t>Address: 404 Rogers Lakes, North Frankfurt,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137/86 mmHg</a:t>
            </a:r>
            <a:br/>
            <a:r>
              <a:t>Heart Rate: 81 bpm</a:t>
            </a:r>
            <a:br/>
            <a:r>
              <a:t>Temperature: 97.1°F</a:t>
            </a:r>
            <a:br/>
            <a:r>
              <a:t>Respiratory Rate: 16</a:t>
            </a:r>
            <a:br/>
            <a:r>
              <a:t>O2 Saturation: 97%</a:t>
            </a:r>
            <a:br/>
            <a:r>
              <a:t>Weight: 145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Christopher Martinez, PA</a:t>
            </a:r>
            <a:br/>
            <a:r>
              <a:t>Specialty: Pulmonology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