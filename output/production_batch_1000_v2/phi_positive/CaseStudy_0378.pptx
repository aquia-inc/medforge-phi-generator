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Rachelmouth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Kaitlyn Underwood</a:t>
            </a:r>
            <a:br/>
            <a:r>
              <a:t>MRN: MRN195797</a:t>
            </a:r>
            <a:br/>
            <a:r>
              <a:t>DOB: 10/19/1931 (Age: 94)</a:t>
            </a:r>
            <a:br/>
            <a:r>
              <a:t>Contact: 001-507-540-4515x699 / thomasgraves@example.org</a:t>
            </a:r>
            <a:br/>
            <a:r>
              <a:t>Address: 994 Perez Mountain Apt. 092, Gregoryborough, PA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Levothyroxine 50mcg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139/73 mmHg</a:t>
            </a:r>
            <a:br/>
            <a:r>
              <a:t>Heart Rate: 94 bpm</a:t>
            </a:r>
            <a:br/>
            <a:r>
              <a:t>Temperature: 99.2°F</a:t>
            </a:r>
            <a:br/>
            <a:r>
              <a:t>Respiratory Rate: 12</a:t>
            </a:r>
            <a:br/>
            <a:r>
              <a:t>O2 Saturation: 97%</a:t>
            </a:r>
            <a:br/>
            <a:r>
              <a:t>Weight: 138 lbs</a:t>
            </a:r>
            <a:br/>
            <a:r>
              <a:t>Height: 66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Nicholas Williams, PA</a:t>
            </a:r>
            <a:br/>
            <a:r>
              <a:t>Specialty: Family Medicine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