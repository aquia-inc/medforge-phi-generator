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Angela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Daniel Huff</a:t>
            </a:r>
            <a:br/>
            <a:r>
              <a:t>MRN: MRN601142</a:t>
            </a:r>
            <a:br/>
            <a:r>
              <a:t>DOB: 07/28/1979 (Age: 46)</a:t>
            </a:r>
            <a:br/>
            <a:r>
              <a:t>Contact: 2602713693 / monica21@example.net</a:t>
            </a:r>
            <a:br/>
            <a:r>
              <a:t>Address: 2673 Velasquez Points Suite 256, North Marissaville,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154/72 mmHg</a:t>
            </a:r>
            <a:br/>
            <a:r>
              <a:t>Heart Rate: 64 bpm</a:t>
            </a:r>
            <a:br/>
            <a:r>
              <a:t>Temperature: 99.4°F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123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Elizabeth Howell, PA</a:t>
            </a:r>
            <a:br/>
            <a:r>
              <a:t>Specialty: Pulmonology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