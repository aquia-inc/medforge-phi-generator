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Colleen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Amber Gibson</a:t>
            </a:r>
            <a:br/>
            <a:r>
              <a:t>MRN: MRN975679</a:t>
            </a:r>
            <a:br/>
            <a:r>
              <a:t>DOB: 10/19/1993 (Age: 32)</a:t>
            </a:r>
            <a:br/>
            <a:r>
              <a:t>Contact: (920)495-9351x8638 / marcus51@example.org</a:t>
            </a:r>
            <a:br/>
            <a:r>
              <a:t>Address: 22031 Lee Bypass, Barretthaven, 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151/85 mmHg</a:t>
            </a:r>
            <a:br/>
            <a:r>
              <a:t>Heart Rate: 83 bpm</a:t>
            </a:r>
            <a:br/>
            <a:r>
              <a:t>Temperature: 98.4°F</a:t>
            </a:r>
            <a:br/>
            <a:r>
              <a:t>Respiratory Rate: 13</a:t>
            </a:r>
            <a:br/>
            <a:r>
              <a:t>O2 Saturation: 100%</a:t>
            </a:r>
            <a:br/>
            <a:r>
              <a:t>Weight: 252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Brittany Williams, NP</a:t>
            </a:r>
            <a:br/>
            <a:r>
              <a:t>Specialty: Family Medicine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