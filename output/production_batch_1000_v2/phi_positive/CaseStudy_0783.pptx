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Moorehaven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Katrina Butler</a:t>
            </a:r>
            <a:br/>
            <a:r>
              <a:t>MRN: MRN398334</a:t>
            </a:r>
            <a:br/>
            <a:r>
              <a:t>DOB: 09/17/1978 (Age: 47)</a:t>
            </a:r>
            <a:br/>
            <a:r>
              <a:t>Contact: 001-462-963-5352 / hgreen@example.org</a:t>
            </a:r>
            <a:br/>
            <a:r>
              <a:t>Address: 6609 Riddle Wells Suite 592, Josephshire, MA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112/93 mmHg</a:t>
            </a:r>
            <a:br/>
            <a:r>
              <a:t>Heart Rate: 66 bpm</a:t>
            </a:r>
            <a:br/>
            <a:r>
              <a:t>Temperature: 97.1°F</a:t>
            </a:r>
            <a:br/>
            <a:r>
              <a:t>Respiratory Rate: 18</a:t>
            </a:r>
            <a:br/>
            <a:r>
              <a:t>O2 Saturation: 100%</a:t>
            </a:r>
            <a:br/>
            <a:r>
              <a:t>Weight: 158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Nicole Chavez, MD</a:t>
            </a:r>
            <a:br/>
            <a:r>
              <a:t>Specialty: Internal Medicine</a:t>
            </a:r>
            <a:br/>
            <a:br/>
            <a:r>
              <a:t>Primary diagnosis: Hypothyroidism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