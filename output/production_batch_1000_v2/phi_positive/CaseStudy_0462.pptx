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Davidburgh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Aaron Jackson</a:t>
            </a:r>
            <a:br/>
            <a:r>
              <a:t>MRN: MRN352372</a:t>
            </a:r>
            <a:br/>
            <a:r>
              <a:t>DOB: 07/26/1979 (Age: 46)</a:t>
            </a:r>
            <a:br/>
            <a:r>
              <a:t>Contact: 001-924-245-2784x30039 / shuerta@example.com</a:t>
            </a:r>
            <a:br/>
            <a:r>
              <a:t>Address: 491 Daniels Street Suite 987, Carrieborough, 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116/84 mmHg</a:t>
            </a:r>
            <a:br/>
            <a:r>
              <a:t>Heart Rate: 68 bpm</a:t>
            </a:r>
            <a:br/>
            <a:r>
              <a:t>Temperature: 97.4°F</a:t>
            </a:r>
            <a:br/>
            <a:r>
              <a:t>Respiratory Rate: 13</a:t>
            </a:r>
            <a:br/>
            <a:r>
              <a:t>O2 Saturation: 97%</a:t>
            </a:r>
            <a:br/>
            <a:r>
              <a:t>Weight: 205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Adrian Griffith, DO</a:t>
            </a:r>
            <a:br/>
            <a:r>
              <a:t>Specialty: Neurology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