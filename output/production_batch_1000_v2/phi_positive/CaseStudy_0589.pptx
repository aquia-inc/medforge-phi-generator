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Fergusonborough Community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Kristy Stevens</a:t>
            </a:r>
            <a:br/>
            <a:r>
              <a:t>MRN: MRN311587</a:t>
            </a:r>
            <a:br/>
            <a:r>
              <a:t>DOB: 02/07/1934 (Age: 91)</a:t>
            </a:r>
            <a:br/>
            <a:r>
              <a:t>Contact: 883.276.2314x7012 / nicole29@example.org</a:t>
            </a:r>
            <a:br/>
            <a:r>
              <a:t>Address: 9236 Brett Court Apt. 421, Jenniferfort, 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Chronic Kidney Disease, Stage 3 (ICD-10: N18.3)</a:t>
            </a:r>
          </a:p>
          <a:p>
            <a:pPr lvl="1">
              <a:defRPr sz="1400"/>
            </a:pPr>
            <a:r>
              <a:t>• Essential Hypertension (ICD-10: I10)</a:t>
            </a:r>
          </a:p>
          <a:p>
            <a:pPr lvl="1">
              <a:defRPr sz="1400"/>
            </a:pPr>
            <a:r>
              <a:t>• Hyperlipidemia (ICD-10: E78.5)</a:t>
            </a:r>
          </a:p>
          <a:p>
            <a:pPr lvl="1">
              <a:defRPr sz="1400"/>
            </a:pPr>
            <a:r>
              <a:t>• Chronic Obstructive Pulmonary Disease (ICD-10: J44.9)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None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141/85 mmHg</a:t>
            </a:r>
            <a:br/>
            <a:r>
              <a:t>Heart Rate: 74 bpm</a:t>
            </a:r>
            <a:br/>
            <a:r>
              <a:t>Temperature: 97.2°F</a:t>
            </a:r>
            <a:br/>
            <a:r>
              <a:t>Respiratory Rate: 14</a:t>
            </a:r>
            <a:br/>
            <a:r>
              <a:t>O2 Saturation: 96%</a:t>
            </a:r>
            <a:br/>
            <a:r>
              <a:t>Weight: 232 lbs</a:t>
            </a:r>
            <a:br/>
            <a:r>
              <a:t>Height: 72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Anthony Bush, MD</a:t>
            </a:r>
            <a:br/>
            <a:r>
              <a:t>Specialty: Neurology</a:t>
            </a:r>
            <a:br/>
            <a:br/>
            <a:r>
              <a:t>Primary diagnosis: Chronic Kidney Disease, Stage 3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