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Laurenchester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Robert Brown</a:t>
            </a:r>
            <a:br/>
            <a:r>
              <a:t>MRN: MRN995289</a:t>
            </a:r>
            <a:br/>
            <a:r>
              <a:t>DOB: 07/14/1954 (Age: 71)</a:t>
            </a:r>
            <a:br/>
            <a:r>
              <a:t>Contact: 001-743-964-8517x827 / wharris@example.com</a:t>
            </a:r>
            <a:br/>
            <a:r>
              <a:t>Address: 6017 Cannon Ranch, Parkerton, 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Hypothyroidism (ICD-10: E03.9)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Lisinopril 10mg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155/85 mmHg</a:t>
            </a:r>
            <a:br/>
            <a:r>
              <a:t>Heart Rate: 98 bpm</a:t>
            </a:r>
            <a:br/>
            <a:r>
              <a:t>Temperature: 97.7°F</a:t>
            </a:r>
            <a:br/>
            <a:r>
              <a:t>Respiratory Rate: 15</a:t>
            </a:r>
            <a:br/>
            <a:r>
              <a:t>O2 Saturation: 99%</a:t>
            </a:r>
            <a:br/>
            <a:r>
              <a:t>Weight: 246 lbs</a:t>
            </a:r>
            <a:br/>
            <a:r>
              <a:t>Height: 66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Brianna Murphy, PA</a:t>
            </a:r>
            <a:br/>
            <a:r>
              <a:t>Specialty: Neurology</a:t>
            </a:r>
            <a:br/>
            <a:br/>
            <a:r>
              <a:t>Primary diagnosis: Essential Hypertension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