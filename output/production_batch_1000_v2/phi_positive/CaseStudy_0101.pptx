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Robertmouth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Joseph Hernandez</a:t>
            </a:r>
            <a:br/>
            <a:r>
              <a:t>MRN: MRN275284</a:t>
            </a:r>
            <a:br/>
            <a:r>
              <a:t>DOB: 05/29/1982 (Age: 43)</a:t>
            </a:r>
            <a:br/>
            <a:r>
              <a:t>Contact: 423-218-3061x7893 / nwatts@example.com</a:t>
            </a:r>
            <a:br/>
            <a:r>
              <a:t>Address: 578 Natalie Ville, West Elizabeth, NM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145/82 mmHg</a:t>
            </a:r>
            <a:br/>
            <a:r>
              <a:t>Heart Rate: 95 bpm</a:t>
            </a:r>
            <a:br/>
            <a:r>
              <a:t>Temperature: 97.8°F</a:t>
            </a:r>
            <a:br/>
            <a:r>
              <a:t>Respiratory Rate: 16</a:t>
            </a:r>
            <a:br/>
            <a:r>
              <a:t>O2 Saturation: 99%</a:t>
            </a:r>
            <a:br/>
            <a:r>
              <a:t>Weight: 237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Philip Howard, PA</a:t>
            </a:r>
            <a:br/>
            <a:r>
              <a:t>Specialty: Family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