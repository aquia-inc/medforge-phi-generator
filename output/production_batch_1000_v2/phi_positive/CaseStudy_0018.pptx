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Kariborough Community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Daniel Allen</a:t>
            </a:r>
            <a:br/>
            <a:r>
              <a:t>MRN: MRN309044</a:t>
            </a:r>
            <a:br/>
            <a:r>
              <a:t>DOB: 01/20/1970 (Age: 55)</a:t>
            </a:r>
            <a:br/>
            <a:r>
              <a:t>Contact: 421.704.6963 / james27@example.net</a:t>
            </a:r>
            <a:br/>
            <a:r>
              <a:t>Address: 4701 Wagner Garden Apt. 950, West Troyfort, LA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Hyperlipidemia (ICD-10: E78.5)</a:t>
            </a:r>
          </a:p>
          <a:p>
            <a:pPr lvl="1">
              <a:defRPr sz="1400"/>
            </a:pPr>
            <a:r>
              <a:t>• Essential Hypertension (ICD-10: I10)</a:t>
            </a:r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Metformin 500mg twice daily</a:t>
            </a:r>
          </a:p>
          <a:p>
            <a:pPr lvl="1">
              <a:defRPr sz="1400"/>
            </a:pPr>
            <a:r>
              <a:t>• Levothyroxine 50mcg daily</a:t>
            </a:r>
          </a:p>
          <a:p>
            <a:pPr lvl="1">
              <a:defRPr sz="1400"/>
            </a:pPr>
            <a:r>
              <a:t>• Losartan 50mg daily</a:t>
            </a:r>
          </a:p>
          <a:p>
            <a:pPr lvl="1">
              <a:defRPr sz="1400"/>
            </a:pPr>
            <a:r>
              <a:t>• Metoprolol 25mg twice daily</a:t>
            </a:r>
          </a:p>
          <a:p>
            <a:pPr lvl="1">
              <a:defRPr sz="1400"/>
            </a:pPr>
            <a:r>
              <a:t>• Atorvastatin 20mg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129/73 mmHg</a:t>
            </a:r>
            <a:br/>
            <a:r>
              <a:t>Heart Rate: 97 bpm</a:t>
            </a:r>
            <a:br/>
            <a:r>
              <a:t>Temperature: 97.1°F</a:t>
            </a:r>
            <a:br/>
            <a:r>
              <a:t>Respiratory Rate: 16</a:t>
            </a:r>
            <a:br/>
            <a:r>
              <a:t>O2 Saturation: 99%</a:t>
            </a:r>
            <a:br/>
            <a:r>
              <a:t>Weight: 216 lbs</a:t>
            </a:r>
            <a:br/>
            <a:r>
              <a:t>Height: 72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Alan Rodriguez, DO</a:t>
            </a:r>
            <a:br/>
            <a:r>
              <a:t>Specialty: Family Medicine</a:t>
            </a:r>
            <a:br/>
            <a:br/>
            <a:r>
              <a:t>Primary diagnosis: Hyperlipidemia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