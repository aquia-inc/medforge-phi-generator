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Morenoshire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Derek Reeves</a:t>
            </a:r>
            <a:br/>
            <a:r>
              <a:t>MRN: MRN255084</a:t>
            </a:r>
            <a:br/>
            <a:r>
              <a:t>DOB: 04/05/1979 (Age: 46)</a:t>
            </a:r>
            <a:br/>
            <a:r>
              <a:t>Contact: (415)290-0713 / jennifer84@example.com</a:t>
            </a:r>
            <a:br/>
            <a:r>
              <a:t>Address: 7154 Jessica Mountain Suite 604, Robertshire, 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127/90 mmHg</a:t>
            </a:r>
            <a:br/>
            <a:r>
              <a:t>Heart Rate: 94 bpm</a:t>
            </a:r>
            <a:br/>
            <a:r>
              <a:t>Temperature: 99.2°F</a:t>
            </a:r>
            <a:br/>
            <a:r>
              <a:t>Respiratory Rate: 19</a:t>
            </a:r>
            <a:br/>
            <a:r>
              <a:t>O2 Saturation: 99%</a:t>
            </a:r>
            <a:br/>
            <a:r>
              <a:t>Weight: 164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Barbara Mcclain, NP</a:t>
            </a:r>
            <a:br/>
            <a:r>
              <a:t>Specialty: Gastroenterology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