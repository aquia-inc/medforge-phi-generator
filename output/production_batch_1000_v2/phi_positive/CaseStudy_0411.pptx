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Maurice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Jennifer Guzman</a:t>
            </a:r>
            <a:br/>
            <a:r>
              <a:t>MRN: MRN457928</a:t>
            </a:r>
            <a:br/>
            <a:r>
              <a:t>DOB: 08/13/1936 (Age: 89)</a:t>
            </a:r>
            <a:br/>
            <a:r>
              <a:t>Contact: 316-679-5202x7989 / melissa81@example.org</a:t>
            </a:r>
            <a:br/>
            <a:r>
              <a:t>Address: 2845 Herrera Orchard, Brendaton, 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121/90 mmHg</a:t>
            </a:r>
            <a:br/>
            <a:r>
              <a:t>Heart Rate: 72 bpm</a:t>
            </a:r>
            <a:br/>
            <a:r>
              <a:t>Temperature: 97.8°F</a:t>
            </a:r>
            <a:br/>
            <a:r>
              <a:t>Respiratory Rate: 19</a:t>
            </a:r>
            <a:br/>
            <a:r>
              <a:t>O2 Saturation: 95%</a:t>
            </a:r>
            <a:br/>
            <a:r>
              <a:t>Weight: 232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Barbara Thompson, DO</a:t>
            </a:r>
            <a:br/>
            <a:r>
              <a:t>Specialty: Orthopedics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