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Brownmouth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Hannah Jenkins</a:t>
            </a:r>
            <a:br/>
            <a:r>
              <a:t>MRN: MRN395476</a:t>
            </a:r>
            <a:br/>
            <a:r>
              <a:t>DOB: 03/08/1959 (Age: 66)</a:t>
            </a:r>
            <a:br/>
            <a:r>
              <a:t>Contact: (930)959-6832x82331 / bhancock@example.net</a:t>
            </a:r>
            <a:br/>
            <a:r>
              <a:t>Address: 335 Foster Corners Suite 557, Angelaside,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113/77 mmHg</a:t>
            </a:r>
            <a:br/>
            <a:r>
              <a:t>Heart Rate: 73 bpm</a:t>
            </a:r>
            <a:br/>
            <a:r>
              <a:t>Temperature: 97.6°F</a:t>
            </a:r>
            <a:br/>
            <a:r>
              <a:t>Respiratory Rate: 14</a:t>
            </a:r>
            <a:br/>
            <a:r>
              <a:t>O2 Saturation: 99%</a:t>
            </a:r>
            <a:br/>
            <a:r>
              <a:t>Weight: 206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Nicholas Pena, NP</a:t>
            </a:r>
            <a:br/>
            <a:r>
              <a:t>Specialty: Cardiology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