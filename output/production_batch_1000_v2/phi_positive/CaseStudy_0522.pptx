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Brandon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Sarah Coleman</a:t>
            </a:r>
            <a:br/>
            <a:r>
              <a:t>MRN: MRN347765</a:t>
            </a:r>
            <a:br/>
            <a:r>
              <a:t>DOB: 02/09/2006 (Age: 19)</a:t>
            </a:r>
            <a:br/>
            <a:r>
              <a:t>Contact: +1-807-453-5138x345 / jeffreyestrada@example.com</a:t>
            </a:r>
            <a:br/>
            <a:r>
              <a:t>Address: 1582 Janet Forest Apt. 947, Johnsonshire,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111/94 mmHg</a:t>
            </a:r>
            <a:br/>
            <a:r>
              <a:t>Heart Rate: 69 bpm</a:t>
            </a:r>
            <a:br/>
            <a:r>
              <a:t>Temperature: 98.6°F</a:t>
            </a:r>
            <a:br/>
            <a:r>
              <a:t>Respiratory Rate: 14</a:t>
            </a:r>
            <a:br/>
            <a:r>
              <a:t>O2 Saturation: 100%</a:t>
            </a:r>
            <a:br/>
            <a:r>
              <a:t>Weight: 270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Ricky Stevenson, MD</a:t>
            </a:r>
            <a:br/>
            <a:r>
              <a:t>Specialty: Family Medicine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