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Phillipsborough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Tammy Grant</a:t>
            </a:r>
            <a:br/>
            <a:r>
              <a:t>MRN: MRN614723</a:t>
            </a:r>
            <a:br/>
            <a:r>
              <a:t>DOB: 10/01/1973 (Age: 52)</a:t>
            </a:r>
            <a:br/>
            <a:r>
              <a:t>Contact: 235-317-5183x046 / lindamatthews@example.net</a:t>
            </a:r>
            <a:br/>
            <a:r>
              <a:t>Address: 3540 Sharon Streets, Lake Yvonnefort, PW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135/85 mmHg</a:t>
            </a:r>
            <a:br/>
            <a:r>
              <a:t>Heart Rate: 64 bpm</a:t>
            </a:r>
            <a:br/>
            <a:r>
              <a:t>Temperature: 98.4°F</a:t>
            </a:r>
            <a:br/>
            <a:r>
              <a:t>Respiratory Rate: 12</a:t>
            </a:r>
            <a:br/>
            <a:r>
              <a:t>O2 Saturation: 96%</a:t>
            </a:r>
            <a:br/>
            <a:r>
              <a:t>Weight: 158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Heather Padilla, MD</a:t>
            </a:r>
            <a:br/>
            <a:r>
              <a:t>Specialty: Endocrinology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