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New Kevinmouth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Katherine Morrison</a:t>
            </a:r>
            <a:br/>
            <a:r>
              <a:t>MRN: MRN873105</a:t>
            </a:r>
            <a:br/>
            <a:r>
              <a:t>DOB: 04/26/1956 (Age: 69)</a:t>
            </a:r>
            <a:br/>
            <a:r>
              <a:t>Contact: 270-630-5687 / andersonrenee@example.net</a:t>
            </a:r>
            <a:br/>
            <a:r>
              <a:t>Address: 51648 Kathleen Roads Suite 337, Hansenville, WV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Hyperlipidemia (ICD-10: E78.5)</a:t>
            </a:r>
          </a:p>
          <a:p>
            <a:pPr lvl="1">
              <a:defRPr sz="1400"/>
            </a:pPr>
            <a:r>
              <a:t>• Essential Hypertension (ICD-10: I10)</a:t>
            </a:r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Levothyroxine 50mcg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Omeprazole 20mg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154/71 mmHg</a:t>
            </a:r>
            <a:br/>
            <a:r>
              <a:t>Heart Rate: 75 bpm</a:t>
            </a:r>
            <a:br/>
            <a:r>
              <a:t>Temperature: 99.2°F</a:t>
            </a:r>
            <a:br/>
            <a:r>
              <a:t>Respiratory Rate: 14</a:t>
            </a:r>
            <a:br/>
            <a:r>
              <a:t>O2 Saturation: 97%</a:t>
            </a:r>
            <a:br/>
            <a:r>
              <a:t>Weight: 280 lbs</a:t>
            </a:r>
            <a:br/>
            <a:r>
              <a:t>Height: 69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Shawn Wall, MD</a:t>
            </a:r>
            <a:br/>
            <a:r>
              <a:t>Specialty: Endocrinology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