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Jonathan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Brian Marshall</a:t>
            </a:r>
            <a:br/>
            <a:r>
              <a:t>MRN: MRN495477</a:t>
            </a:r>
            <a:br/>
            <a:r>
              <a:t>DOB: 06/20/1979 (Age: 46)</a:t>
            </a:r>
            <a:br/>
            <a:r>
              <a:t>Contact: 930.676.2732x55382 / angelamoore@example.com</a:t>
            </a:r>
            <a:br/>
            <a:r>
              <a:t>Address: 50634 Stanley Summit, East Melody,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140/82 mmHg</a:t>
            </a:r>
            <a:br/>
            <a:r>
              <a:t>Heart Rate: 93 bpm</a:t>
            </a:r>
            <a:br/>
            <a:r>
              <a:t>Temperature: 98.8°F</a:t>
            </a:r>
            <a:br/>
            <a:r>
              <a:t>Respiratory Rate: 19</a:t>
            </a:r>
            <a:br/>
            <a:r>
              <a:t>O2 Saturation: 96%</a:t>
            </a:r>
            <a:br/>
            <a:r>
              <a:t>Weight: 166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Paula Jenkins, PA</a:t>
            </a:r>
            <a:br/>
            <a:r>
              <a:t>Specialty: Neurology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