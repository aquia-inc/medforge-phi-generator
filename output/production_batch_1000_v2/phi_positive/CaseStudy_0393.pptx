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Pacemouth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Brian Shaw</a:t>
            </a:r>
            <a:br/>
            <a:r>
              <a:t>MRN: MRN669711</a:t>
            </a:r>
            <a:br/>
            <a:r>
              <a:t>DOB: 01/10/1980 (Age: 45)</a:t>
            </a:r>
            <a:br/>
            <a:r>
              <a:t>Contact: 2238201651 / camerondaniel@example.com</a:t>
            </a:r>
            <a:br/>
            <a:r>
              <a:t>Address: 75192 Briggs Mountain Suite 504, Davisfurt, 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138/83 mmHg</a:t>
            </a:r>
            <a:br/>
            <a:r>
              <a:t>Heart Rate: 95 bpm</a:t>
            </a:r>
            <a:br/>
            <a:r>
              <a:t>Temperature: 99.5°F</a:t>
            </a:r>
            <a:br/>
            <a:r>
              <a:t>Respiratory Rate: 13</a:t>
            </a:r>
            <a:br/>
            <a:r>
              <a:t>O2 Saturation: 99%</a:t>
            </a:r>
            <a:br/>
            <a:r>
              <a:t>Weight: 166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Dorothy Nunez, DO</a:t>
            </a:r>
            <a:br/>
            <a:r>
              <a:t>Specialty: Cardiology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