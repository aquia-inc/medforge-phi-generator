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Krista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Monique Le</a:t>
            </a:r>
            <a:br/>
            <a:r>
              <a:t>MRN: MRN220178</a:t>
            </a:r>
            <a:br/>
            <a:r>
              <a:t>DOB: 11/03/1980 (Age: 45)</a:t>
            </a:r>
            <a:br/>
            <a:r>
              <a:t>Contact: 751-241-4050 / padillaemily@example.com</a:t>
            </a:r>
            <a:br/>
            <a:r>
              <a:t>Address: 296 Kristen Glens Apt. 226, Shannonmouth, 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118/92 mmHg</a:t>
            </a:r>
            <a:br/>
            <a:r>
              <a:t>Heart Rate: 62 bpm</a:t>
            </a:r>
            <a:br/>
            <a:r>
              <a:t>Temperature: 97.6°F</a:t>
            </a:r>
            <a:br/>
            <a:r>
              <a:t>Respiratory Rate: 15</a:t>
            </a:r>
            <a:br/>
            <a:r>
              <a:t>O2 Saturation: 100%</a:t>
            </a:r>
            <a:br/>
            <a:r>
              <a:t>Weight: 131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Hannah Lyons, PA</a:t>
            </a:r>
            <a:br/>
            <a:r>
              <a:t>Specialty: Cardiology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