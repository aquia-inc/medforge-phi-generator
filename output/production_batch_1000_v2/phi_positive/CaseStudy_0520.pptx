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Jeremy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Daniel Davis</a:t>
            </a:r>
            <a:br/>
            <a:r>
              <a:t>MRN: MRN366229</a:t>
            </a:r>
            <a:br/>
            <a:r>
              <a:t>DOB: 08/27/1972 (Age: 53)</a:t>
            </a:r>
            <a:br/>
            <a:r>
              <a:t>Contact: 001-794-680-7207x84584 / thompsonevan@example.net</a:t>
            </a:r>
            <a:br/>
            <a:r>
              <a:t>Address: 0218 Rodney Mews Suite 252, Garzaport, 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120/71 mmHg</a:t>
            </a:r>
            <a:br/>
            <a:r>
              <a:t>Heart Rate: 81 bpm</a:t>
            </a:r>
            <a:br/>
            <a:r>
              <a:t>Temperature: 97.6°F</a:t>
            </a:r>
            <a:br/>
            <a:r>
              <a:t>Respiratory Rate: 19</a:t>
            </a:r>
            <a:br/>
            <a:r>
              <a:t>O2 Saturation: 99%</a:t>
            </a:r>
            <a:br/>
            <a:r>
              <a:t>Weight: 247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Michael Mcmillan, DO</a:t>
            </a:r>
            <a:br/>
            <a:r>
              <a:t>Specialty: Neurology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