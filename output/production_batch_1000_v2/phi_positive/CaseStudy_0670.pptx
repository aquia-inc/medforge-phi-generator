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Andrewfurt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Emma Rich</a:t>
            </a:r>
            <a:br/>
            <a:r>
              <a:t>MRN: MRN628790</a:t>
            </a:r>
            <a:br/>
            <a:r>
              <a:t>DOB: 08/08/1984 (Age: 41)</a:t>
            </a:r>
            <a:br/>
            <a:r>
              <a:t>Contact: 900.425.4064x67651 / tpaul@example.com</a:t>
            </a:r>
            <a:br/>
            <a:r>
              <a:t>Address: 91236 Fitzgerald Mews, Jonathanview, 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147/83 mmHg</a:t>
            </a:r>
            <a:br/>
            <a:r>
              <a:t>Heart Rate: 68 bpm</a:t>
            </a:r>
            <a:br/>
            <a:r>
              <a:t>Temperature: 97.0°F</a:t>
            </a:r>
            <a:br/>
            <a:r>
              <a:t>Respiratory Rate: 20</a:t>
            </a:r>
            <a:br/>
            <a:r>
              <a:t>O2 Saturation: 95%</a:t>
            </a:r>
            <a:br/>
            <a:r>
              <a:t>Weight: 208 lbs</a:t>
            </a:r>
            <a:br/>
            <a:r>
              <a:t>Height: 67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Adam Jones, MD</a:t>
            </a:r>
            <a:br/>
            <a:r>
              <a:t>Specialty: Cardiology</a:t>
            </a:r>
            <a:br/>
            <a:br/>
            <a:r>
              <a:t>Primary diagnosis: Chronic Kidney Disease, Stage 3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