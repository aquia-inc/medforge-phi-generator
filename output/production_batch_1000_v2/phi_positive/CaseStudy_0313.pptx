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Hannahstad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Stephanie Hernandez</a:t>
            </a:r>
            <a:br/>
            <a:r>
              <a:t>MRN: MRN821673</a:t>
            </a:r>
            <a:br/>
            <a:r>
              <a:t>DOB: 07/10/1962 (Age: 63)</a:t>
            </a:r>
            <a:br/>
            <a:r>
              <a:t>Contact: 970-949-8671x1018 / halleric@example.com</a:t>
            </a:r>
            <a:br/>
            <a:r>
              <a:t>Address: 443 Steven Dale, Marychester, WI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Amlodipine 5mg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154/75 mmHg</a:t>
            </a:r>
            <a:br/>
            <a:r>
              <a:t>Heart Rate: 68 bpm</a:t>
            </a:r>
            <a:br/>
            <a:r>
              <a:t>Temperature: 98.5°F</a:t>
            </a:r>
            <a:br/>
            <a:r>
              <a:t>Respiratory Rate: 13</a:t>
            </a:r>
            <a:br/>
            <a:r>
              <a:t>O2 Saturation: 96%</a:t>
            </a:r>
            <a:br/>
            <a:r>
              <a:t>Weight: 201 lbs</a:t>
            </a:r>
            <a:br/>
            <a:r>
              <a:t>Height: 64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Ashley Austin, PA</a:t>
            </a:r>
            <a:br/>
            <a:r>
              <a:t>Specialty: Neurology</a:t>
            </a:r>
            <a:br/>
            <a:br/>
            <a:r>
              <a:t>Primary diagnosis: Chronic Obstructive Pulmonary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