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Alberthaven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Lawrence Perkins</a:t>
            </a:r>
            <a:br/>
            <a:r>
              <a:t>MRN: MRN869485</a:t>
            </a:r>
            <a:br/>
            <a:r>
              <a:t>DOB: 01/30/1983 (Age: 42)</a:t>
            </a:r>
            <a:br/>
            <a:r>
              <a:t>Contact: 586-883-2007 / pamela37@example.org</a:t>
            </a:r>
            <a:br/>
            <a:r>
              <a:t>Address: 26992 Wong Dale, Ashleymouth, MT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155/81 mmHg</a:t>
            </a:r>
            <a:br/>
            <a:r>
              <a:t>Heart Rate: 95 bpm</a:t>
            </a:r>
            <a:br/>
            <a:r>
              <a:t>Temperature: 97.7°F</a:t>
            </a:r>
            <a:br/>
            <a:r>
              <a:t>Respiratory Rate: 16</a:t>
            </a:r>
            <a:br/>
            <a:r>
              <a:t>O2 Saturation: 100%</a:t>
            </a:r>
            <a:br/>
            <a:r>
              <a:t>Weight: 203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Stephanie Chan, PA</a:t>
            </a:r>
            <a:br/>
            <a:r>
              <a:t>Specialty: Endocrinology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