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Morganstad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Christine Burns</a:t>
            </a:r>
            <a:br/>
            <a:r>
              <a:t>MRN: MRN300188</a:t>
            </a:r>
            <a:br/>
            <a:r>
              <a:t>DOB: 05/24/1946 (Age: 79)</a:t>
            </a:r>
            <a:br/>
            <a:r>
              <a:t>Contact: 8004029561 / meaganbennett@example.net</a:t>
            </a:r>
            <a:br/>
            <a:r>
              <a:t>Address: 718 Gomez Rapid Suite 079, East Aaron, WY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Atorvastatin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138/88 mmHg</a:t>
            </a:r>
            <a:br/>
            <a:r>
              <a:t>Heart Rate: 75 bpm</a:t>
            </a:r>
            <a:br/>
            <a:r>
              <a:t>Temperature: 97.5°F</a:t>
            </a:r>
            <a:br/>
            <a:r>
              <a:t>Respiratory Rate: 18</a:t>
            </a:r>
            <a:br/>
            <a:r>
              <a:t>O2 Saturation: 95%</a:t>
            </a:r>
            <a:br/>
            <a:r>
              <a:t>Weight: 205 lbs</a:t>
            </a:r>
            <a:br/>
            <a:r>
              <a:t>Height: 60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Jessica Madden, MD</a:t>
            </a:r>
            <a:br/>
            <a:r>
              <a:t>Specialty: Pulmonology</a:t>
            </a:r>
            <a:br/>
            <a:br/>
            <a:r>
              <a:t>Primary diagnosis: Gastroesophageal Reflux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