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Richardton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Elizabeth Lewis</a:t>
            </a:r>
            <a:br/>
            <a:r>
              <a:t>MRN: MRN334677</a:t>
            </a:r>
            <a:br/>
            <a:r>
              <a:t>DOB: 02/08/1999 (Age: 26)</a:t>
            </a:r>
            <a:br/>
            <a:r>
              <a:t>Contact: (315)411-2610 / timothystewart@example.net</a:t>
            </a:r>
            <a:br/>
            <a:r>
              <a:t>Address: 99837 Baldwin Road Suite 326, Wandaburgh,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158/90 mmHg</a:t>
            </a:r>
            <a:br/>
            <a:r>
              <a:t>Heart Rate: 83 bpm</a:t>
            </a:r>
            <a:br/>
            <a:r>
              <a:t>Temperature: 99.1°F</a:t>
            </a:r>
            <a:br/>
            <a:r>
              <a:t>Respiratory Rate: 14</a:t>
            </a:r>
            <a:br/>
            <a:r>
              <a:t>O2 Saturation: 95%</a:t>
            </a:r>
            <a:br/>
            <a:r>
              <a:t>Weight: 257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Robert Cole, NP</a:t>
            </a:r>
            <a:br/>
            <a:r>
              <a:t>Specialty: Endocrinology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