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Sarah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Jeffrey Bailey</a:t>
            </a:r>
            <a:br/>
            <a:r>
              <a:t>MRN: MRN362874</a:t>
            </a:r>
            <a:br/>
            <a:r>
              <a:t>DOB: 03/21/1943 (Age: 82)</a:t>
            </a:r>
            <a:br/>
            <a:r>
              <a:t>Contact: (450)358-7146x9218 / marksanders@example.com</a:t>
            </a:r>
            <a:br/>
            <a:r>
              <a:t>Address: 984 Russell Rest, Kristatown, GA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119/84 mmHg</a:t>
            </a:r>
            <a:br/>
            <a:r>
              <a:t>Heart Rate: 78 bpm</a:t>
            </a:r>
            <a:br/>
            <a:r>
              <a:t>Temperature: 99.0°F</a:t>
            </a:r>
            <a:br/>
            <a:r>
              <a:t>Respiratory Rate: 20</a:t>
            </a:r>
            <a:br/>
            <a:r>
              <a:t>O2 Saturation: 97%</a:t>
            </a:r>
            <a:br/>
            <a:r>
              <a:t>Weight: 236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Patricia Johnson, PA</a:t>
            </a:r>
            <a:br/>
            <a:r>
              <a:t>Specialty: Cardiology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