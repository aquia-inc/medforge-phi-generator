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Christopherburgh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Derrick Ortiz</a:t>
            </a:r>
            <a:br/>
            <a:r>
              <a:t>MRN: MRN781676</a:t>
            </a:r>
            <a:br/>
            <a:r>
              <a:t>DOB: 12/27/1947 (Age: 77)</a:t>
            </a:r>
            <a:br/>
            <a:r>
              <a:t>Contact: 8464008236 / kwu@example.org</a:t>
            </a:r>
            <a:br/>
            <a:r>
              <a:t>Address: 220 Brooks Junction, South Daltonton,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154/95 mmHg</a:t>
            </a:r>
            <a:br/>
            <a:r>
              <a:t>Heart Rate: 65 bpm</a:t>
            </a:r>
            <a:br/>
            <a:r>
              <a:t>Temperature: 98.9°F</a:t>
            </a:r>
            <a:br/>
            <a:r>
              <a:t>Respiratory Rate: 18</a:t>
            </a:r>
            <a:br/>
            <a:r>
              <a:t>O2 Saturation: 97%</a:t>
            </a:r>
            <a:br/>
            <a:r>
              <a:t>Weight: 233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Sheena Ford, MD</a:t>
            </a:r>
            <a:br/>
            <a:r>
              <a:t>Specialty: Family Medicine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