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Janethaven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Christine Gonzalez</a:t>
            </a:r>
            <a:br/>
            <a:r>
              <a:t>MRN: MRN593670</a:t>
            </a:r>
            <a:br/>
            <a:r>
              <a:t>DOB: 12/15/1936 (Age: 88)</a:t>
            </a:r>
            <a:br/>
            <a:r>
              <a:t>Contact: 8626260931 / kathleenross@example.org</a:t>
            </a:r>
            <a:br/>
            <a:r>
              <a:t>Address: 61408 James Avenue, South Christophermouth, 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135/87 mmHg</a:t>
            </a:r>
            <a:br/>
            <a:r>
              <a:t>Heart Rate: 64 bpm</a:t>
            </a:r>
            <a:br/>
            <a:r>
              <a:t>Temperature: 97.9°F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275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Laura Phillips, DO</a:t>
            </a:r>
            <a:br/>
            <a:r>
              <a:t>Specialty: Gastroenterology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