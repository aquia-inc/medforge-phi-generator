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Antoniomouth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Roy Robinson</a:t>
            </a:r>
            <a:br/>
            <a:r>
              <a:t>MRN: MRN328424</a:t>
            </a:r>
            <a:br/>
            <a:r>
              <a:t>DOB: 05/16/1996 (Age: 29)</a:t>
            </a:r>
            <a:br/>
            <a:r>
              <a:t>Contact: +1-373-244-8365x6707 / richard57@example.com</a:t>
            </a:r>
            <a:br/>
            <a:r>
              <a:t>Address: 677 Louis Lock, Harrisbury,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124/90 mmHg</a:t>
            </a:r>
            <a:br/>
            <a:r>
              <a:t>Heart Rate: 71 bpm</a:t>
            </a:r>
            <a:br/>
            <a:r>
              <a:t>Temperature: 97.4°F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149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John Harper, DO</a:t>
            </a:r>
            <a:br/>
            <a:r>
              <a:t>Specialty: Psychiatry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