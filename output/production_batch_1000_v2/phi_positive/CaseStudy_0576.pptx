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Virginia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Adam Shelton</a:t>
            </a:r>
            <a:br/>
            <a:r>
              <a:t>MRN: MRN486478</a:t>
            </a:r>
            <a:br/>
            <a:r>
              <a:t>DOB: 08/30/1961 (Age: 64)</a:t>
            </a:r>
            <a:br/>
            <a:r>
              <a:t>Contact: +1-267-993-9927x83607 / lisaporter@example.net</a:t>
            </a:r>
            <a:br/>
            <a:r>
              <a:t>Address: 381 Daniel Throughway, South Natasha, KY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147/79 mmHg</a:t>
            </a:r>
            <a:br/>
            <a:r>
              <a:t>Heart Rate: 76 bpm</a:t>
            </a:r>
            <a:br/>
            <a:r>
              <a:t>Temperature: 97.8°F</a:t>
            </a:r>
            <a:br/>
            <a:r>
              <a:t>Respiratory Rate: 12</a:t>
            </a:r>
            <a:br/>
            <a:r>
              <a:t>O2 Saturation: 98%</a:t>
            </a:r>
            <a:br/>
            <a:r>
              <a:t>Weight: 230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William Lee, DO</a:t>
            </a:r>
            <a:br/>
            <a:r>
              <a:t>Specialty: Nephrology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