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Harrellborough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Sara Leonard</a:t>
            </a:r>
            <a:br/>
            <a:r>
              <a:t>MRN: MRN731031</a:t>
            </a:r>
            <a:br/>
            <a:r>
              <a:t>DOB: 08/29/1988 (Age: 37)</a:t>
            </a:r>
            <a:br/>
            <a:r>
              <a:t>Contact: 938-714-4565x1499 / debrajones@example.com</a:t>
            </a:r>
            <a:br/>
            <a:r>
              <a:t>Address: 338 Morris Haven Suite 012, East Charles, 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132/92 mmHg</a:t>
            </a:r>
            <a:br/>
            <a:r>
              <a:t>Heart Rate: 70 bpm</a:t>
            </a:r>
            <a:br/>
            <a:r>
              <a:t>Temperature: 97.5°F</a:t>
            </a:r>
            <a:br/>
            <a:r>
              <a:t>Respiratory Rate: 18</a:t>
            </a:r>
            <a:br/>
            <a:r>
              <a:t>O2 Saturation: 95%</a:t>
            </a:r>
            <a:br/>
            <a:r>
              <a:t>Weight: 239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Lauren Holland, PA</a:t>
            </a:r>
            <a:br/>
            <a:r>
              <a:t>Specialty: Internal Medicine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