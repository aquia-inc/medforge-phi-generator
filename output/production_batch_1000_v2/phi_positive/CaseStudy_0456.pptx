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Paula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Deborah Griffith</a:t>
            </a:r>
            <a:br/>
            <a:r>
              <a:t>MRN: MRN845647</a:t>
            </a:r>
            <a:br/>
            <a:r>
              <a:t>DOB: 07/09/1987 (Age: 38)</a:t>
            </a:r>
            <a:br/>
            <a:r>
              <a:t>Contact: (462)769-2339x5300 / sherri95@example.net</a:t>
            </a:r>
            <a:br/>
            <a:r>
              <a:t>Address: 563 Kirby Oval, North Gregory, 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130/79 mmHg</a:t>
            </a:r>
            <a:br/>
            <a:r>
              <a:t>Heart Rate: 83 bpm</a:t>
            </a:r>
            <a:br/>
            <a:r>
              <a:t>Temperature: 97.1°F</a:t>
            </a:r>
            <a:br/>
            <a:r>
              <a:t>Respiratory Rate: 20</a:t>
            </a:r>
            <a:br/>
            <a:r>
              <a:t>O2 Saturation: 99%</a:t>
            </a:r>
            <a:br/>
            <a:r>
              <a:t>Weight: 151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Larry Schmidt, PA</a:t>
            </a:r>
            <a:br/>
            <a:r>
              <a:t>Specialty: Pulmonology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