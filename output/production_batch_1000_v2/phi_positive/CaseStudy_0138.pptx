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Port Allison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Jason Mcbride</a:t>
            </a:r>
            <a:br/>
            <a:r>
              <a:t>MRN: MRN211871</a:t>
            </a:r>
            <a:br/>
            <a:r>
              <a:t>DOB: 02/17/1944 (Age: 81)</a:t>
            </a:r>
            <a:br/>
            <a:r>
              <a:t>Contact: 688-818-9848x4160 / barrettjoseph@example.org</a:t>
            </a:r>
            <a:br/>
            <a:r>
              <a:t>Address: 19017 Taylor Lake, Weaverview, GA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Losartan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135/77 mmHg</a:t>
            </a:r>
            <a:br/>
            <a:r>
              <a:t>Heart Rate: 96 bpm</a:t>
            </a:r>
            <a:br/>
            <a:r>
              <a:t>Temperature: 97.3°F</a:t>
            </a:r>
            <a:br/>
            <a:r>
              <a:t>Respiratory Rate: 20</a:t>
            </a:r>
            <a:br/>
            <a:r>
              <a:t>O2 Saturation: 98%</a:t>
            </a:r>
            <a:br/>
            <a:r>
              <a:t>Weight: 242 lbs</a:t>
            </a:r>
            <a:br/>
            <a:r>
              <a:t>Height: 61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Sheila Jacobson, NP</a:t>
            </a:r>
            <a:br/>
            <a:r>
              <a:t>Specialty: Pulmonology</a:t>
            </a:r>
            <a:br/>
            <a:br/>
            <a:r>
              <a:t>Primary diagnosis: Gastroesophageal Reflux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