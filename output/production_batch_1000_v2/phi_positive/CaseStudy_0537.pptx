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Rileyton Community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Philip Melendez</a:t>
            </a:r>
            <a:br/>
            <a:r>
              <a:t>MRN: MRN928868</a:t>
            </a:r>
            <a:br/>
            <a:r>
              <a:t>DOB: 02/02/1958 (Age: 67)</a:t>
            </a:r>
            <a:br/>
            <a:r>
              <a:t>Contact: 7695552110 / sandersdaniel@example.com</a:t>
            </a:r>
            <a:br/>
            <a:r>
              <a:t>Address: 8597 Jason Cliffs Apt. 292, North Josephborough, OH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Coronary Artery Disease (ICD-10: I25.10)</a:t>
            </a:r>
          </a:p>
          <a:p>
            <a:pPr lvl="1">
              <a:defRPr sz="1400"/>
            </a:pPr>
            <a:r>
              <a:t>• Major Depressive Disorder (ICD-10: F33.1)</a:t>
            </a:r>
          </a:p>
          <a:p>
            <a:pPr lvl="1">
              <a:defRPr sz="1400"/>
            </a:pPr>
            <a:r>
              <a:t>• Chronic Kidney Disease, Stage 3 (ICD-10: N18.3)</a:t>
            </a:r>
          </a:p>
          <a:p>
            <a:pPr lvl="1">
              <a:defRPr sz="1400"/>
            </a:pPr>
            <a:r>
              <a:t>• Hyperlipidemia (ICD-10: E78.5)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Gabapentin 300mg three times daily</a:t>
            </a:r>
          </a:p>
          <a:p>
            <a:pPr lvl="1">
              <a:defRPr sz="1400"/>
            </a:pPr>
            <a:r>
              <a:t>• Levothyroxine 50mcg daily</a:t>
            </a:r>
          </a:p>
          <a:p>
            <a:pPr lvl="1">
              <a:defRPr sz="1400"/>
            </a:pPr>
            <a:r>
              <a:t>• Atorvastatin 20mg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156/82 mmHg</a:t>
            </a:r>
            <a:br/>
            <a:r>
              <a:t>Heart Rate: 82 bpm</a:t>
            </a:r>
            <a:br/>
            <a:r>
              <a:t>Temperature: 97.3°F</a:t>
            </a:r>
            <a:br/>
            <a:r>
              <a:t>Respiratory Rate: 19</a:t>
            </a:r>
            <a:br/>
            <a:r>
              <a:t>O2 Saturation: 99%</a:t>
            </a:r>
            <a:br/>
            <a:r>
              <a:t>Weight: 221 lbs</a:t>
            </a:r>
            <a:br/>
            <a:r>
              <a:t>Height: 65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Ellen Sims, NP</a:t>
            </a:r>
            <a:br/>
            <a:r>
              <a:t>Specialty: Internal Medicine</a:t>
            </a:r>
            <a:br/>
            <a:br/>
            <a:r>
              <a:t>Primary diagnosis: Coronary Artery Disease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