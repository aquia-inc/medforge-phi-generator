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Grayhaven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Paula Douglas</a:t>
            </a:r>
            <a:br/>
            <a:r>
              <a:t>MRN: MRN356822</a:t>
            </a:r>
            <a:br/>
            <a:r>
              <a:t>DOB: 03/23/1992 (Age: 33)</a:t>
            </a:r>
            <a:br/>
            <a:r>
              <a:t>Contact: 216.887.8518x56905 / victoria88@example.org</a:t>
            </a:r>
            <a:br/>
            <a:r>
              <a:t>Address: 2800 Avery Station Suite 208, Lake Elizabethport,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137/86 mmHg</a:t>
            </a:r>
            <a:br/>
            <a:r>
              <a:t>Heart Rate: 99 bpm</a:t>
            </a:r>
            <a:br/>
            <a:r>
              <a:t>Temperature: 98.8°F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125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Cynthia Ellis, PA</a:t>
            </a:r>
            <a:br/>
            <a:r>
              <a:t>Specialty: Family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