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Lake Rogerfurt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Deborah Brown</a:t>
            </a:r>
            <a:br/>
            <a:r>
              <a:t>MRN: MRN203442</a:t>
            </a:r>
            <a:br/>
            <a:r>
              <a:t>DOB: 05/31/1957 (Age: 68)</a:t>
            </a:r>
            <a:br/>
            <a:r>
              <a:t>Contact: (419)796-3230x477 / fjones@example.com</a:t>
            </a:r>
            <a:br/>
            <a:r>
              <a:t>Address: 338 Davis Crossroad Apt. 628, West Jenniferchester, 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134/76 mmHg</a:t>
            </a:r>
            <a:br/>
            <a:r>
              <a:t>Heart Rate: 67 bpm</a:t>
            </a:r>
            <a:br/>
            <a:r>
              <a:t>Temperature: 99.3°F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204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Dorothy Moody, PA</a:t>
            </a:r>
            <a:br/>
            <a:r>
              <a:t>Specialty: Endocrinology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