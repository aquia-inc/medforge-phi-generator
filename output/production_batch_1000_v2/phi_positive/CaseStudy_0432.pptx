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Crystalview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Jason Arnold</a:t>
            </a:r>
            <a:br/>
            <a:r>
              <a:t>MRN: MRN525397</a:t>
            </a:r>
            <a:br/>
            <a:r>
              <a:t>DOB: 11/05/2000 (Age: 25)</a:t>
            </a:r>
            <a:br/>
            <a:r>
              <a:t>Contact: 616.816.6974 / hwilliams@example.org</a:t>
            </a:r>
            <a:br/>
            <a:r>
              <a:t>Address: 11578 Anderson Prairie Apt. 371, Deborahhaven, 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142/70 mmHg</a:t>
            </a:r>
            <a:br/>
            <a:r>
              <a:t>Heart Rate: 79 bpm</a:t>
            </a:r>
            <a:br/>
            <a:r>
              <a:t>Temperature: 97.0°F</a:t>
            </a:r>
            <a:br/>
            <a:r>
              <a:t>Respiratory Rate: 14</a:t>
            </a:r>
            <a:br/>
            <a:r>
              <a:t>O2 Saturation: 97%</a:t>
            </a:r>
            <a:br/>
            <a:r>
              <a:t>Weight: 172 lbs</a:t>
            </a:r>
            <a:br/>
            <a:r>
              <a:t>Height: 75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Hunter Turner, PA</a:t>
            </a:r>
            <a:br/>
            <a:r>
              <a:t>Specialty: Gastroenterology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