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Denisebury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Tiffany May</a:t>
            </a:r>
            <a:br/>
            <a:r>
              <a:t>MRN: MRN910342</a:t>
            </a:r>
            <a:br/>
            <a:r>
              <a:t>DOB: 05/31/1998 (Age: 27)</a:t>
            </a:r>
            <a:br/>
            <a:r>
              <a:t>Contact: +1-253-693-0581x87624 / bgray@example.org</a:t>
            </a:r>
            <a:br/>
            <a:r>
              <a:t>Address: 1958 Laura Course, Lake Eddie,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143/71 mmHg</a:t>
            </a:r>
            <a:br/>
            <a:r>
              <a:t>Heart Rate: 63 bpm</a:t>
            </a:r>
            <a:br/>
            <a:r>
              <a:t>Temperature: 98.9°F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242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Lee, MD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