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Dillonmouth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Amy Roberts</a:t>
            </a:r>
            <a:br/>
            <a:r>
              <a:t>MRN: MRN975356</a:t>
            </a:r>
            <a:br/>
            <a:r>
              <a:t>DOB: 10/01/1978 (Age: 47)</a:t>
            </a:r>
            <a:br/>
            <a:r>
              <a:t>Contact: 565-702-4238 / julia07@example.org</a:t>
            </a:r>
            <a:br/>
            <a:r>
              <a:t>Address: 072 Johnson Gardens, West Danielletown, 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138/75 mmHg</a:t>
            </a:r>
            <a:br/>
            <a:r>
              <a:t>Heart Rate: 92 bpm</a:t>
            </a:r>
            <a:br/>
            <a:r>
              <a:t>Temperature: 98.8°F</a:t>
            </a:r>
            <a:br/>
            <a:r>
              <a:t>Respiratory Rate: 16</a:t>
            </a:r>
            <a:br/>
            <a:r>
              <a:t>O2 Saturation: 95%</a:t>
            </a:r>
            <a:br/>
            <a:r>
              <a:t>Weight: 179 lbs</a:t>
            </a:r>
            <a:br/>
            <a:r>
              <a:t>Height: 69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Ryan Davis, PA</a:t>
            </a:r>
            <a:br/>
            <a:r>
              <a:t>Specialty: Gastroenterology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