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Eric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Diamond Fleming</a:t>
            </a:r>
            <a:br/>
            <a:r>
              <a:t>MRN: MRN275116</a:t>
            </a:r>
            <a:br/>
            <a:r>
              <a:t>DOB: 09/03/1944 (Age: 81)</a:t>
            </a:r>
            <a:br/>
            <a:r>
              <a:t>Contact: 001-567-248-1798x903 / nicoleyoung@example.com</a:t>
            </a:r>
            <a:br/>
            <a:r>
              <a:t>Address: 01217 Cheryl Squares, Justinmouth, FM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142/91 mmHg</a:t>
            </a:r>
            <a:br/>
            <a:r>
              <a:t>Heart Rate: 82 bpm</a:t>
            </a:r>
            <a:br/>
            <a:r>
              <a:t>Temperature: 98.6°F</a:t>
            </a:r>
            <a:br/>
            <a:r>
              <a:t>Respiratory Rate: 18</a:t>
            </a:r>
            <a:br/>
            <a:r>
              <a:t>O2 Saturation: 97%</a:t>
            </a:r>
            <a:br/>
            <a:r>
              <a:t>Weight: 225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Chad Jones, NP</a:t>
            </a:r>
            <a:br/>
            <a:r>
              <a:t>Specialty: Orthopedics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