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Wilsonborough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Maureen Love</a:t>
            </a:r>
            <a:br/>
            <a:r>
              <a:t>MRN: MRN163182</a:t>
            </a:r>
            <a:br/>
            <a:r>
              <a:t>DOB: 02/04/1962 (Age: 63)</a:t>
            </a:r>
            <a:br/>
            <a:r>
              <a:t>Contact: 001-448-915-6985x700 / aarongonzalez@example.com</a:t>
            </a:r>
            <a:br/>
            <a:r>
              <a:t>Address: 112 Zachary Trafficway Apt. 965, Mendozaberg,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132/73 mmHg</a:t>
            </a:r>
            <a:br/>
            <a:r>
              <a:t>Heart Rate: 71 bpm</a:t>
            </a:r>
            <a:br/>
            <a:r>
              <a:t>Temperature: 99.5°F</a:t>
            </a:r>
            <a:br/>
            <a:r>
              <a:t>Respiratory Rate: 18</a:t>
            </a:r>
            <a:br/>
            <a:r>
              <a:t>O2 Saturation: 99%</a:t>
            </a:r>
            <a:br/>
            <a:r>
              <a:t>Weight: 152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Grace Serrano, MD</a:t>
            </a:r>
            <a:br/>
            <a:r>
              <a:t>Specialty: Internal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