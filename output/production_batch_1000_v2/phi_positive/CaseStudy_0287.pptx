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Joshua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Laura Carpenter</a:t>
            </a:r>
            <a:br/>
            <a:r>
              <a:t>MRN: MRN371407</a:t>
            </a:r>
            <a:br/>
            <a:r>
              <a:t>DOB: 06/01/1960 (Age: 65)</a:t>
            </a:r>
            <a:br/>
            <a:r>
              <a:t>Contact: 588-966-0732x6447 / christina41@example.com</a:t>
            </a:r>
            <a:br/>
            <a:r>
              <a:t>Address: 90937 Samantha Highway Suite 810, Michaelfort, GU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125/79 mmHg</a:t>
            </a:r>
            <a:br/>
            <a:r>
              <a:t>Heart Rate: 62 bpm</a:t>
            </a:r>
            <a:br/>
            <a:r>
              <a:t>Temperature: 98.6°F</a:t>
            </a:r>
            <a:br/>
            <a:r>
              <a:t>Respiratory Rate: 16</a:t>
            </a:r>
            <a:br/>
            <a:r>
              <a:t>O2 Saturation: 96%</a:t>
            </a:r>
            <a:br/>
            <a:r>
              <a:t>Weight: 189 lbs</a:t>
            </a:r>
            <a:br/>
            <a:r>
              <a:t>Height: 61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Jennifer Barnes, DO</a:t>
            </a:r>
            <a:br/>
            <a:r>
              <a:t>Specialty: Endocrinology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