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Juan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Michael Terrell</a:t>
            </a:r>
            <a:br/>
            <a:r>
              <a:t>MRN: MRN810598</a:t>
            </a:r>
            <a:br/>
            <a:r>
              <a:t>DOB: 12/16/1950 (Age: 74)</a:t>
            </a:r>
            <a:br/>
            <a:r>
              <a:t>Contact: (243)983-7390 / spearsjason@example.net</a:t>
            </a:r>
            <a:br/>
            <a:r>
              <a:t>Address: 910 Garcia Ford Suite 549, Kaneview, 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114/74 mmHg</a:t>
            </a:r>
            <a:br/>
            <a:r>
              <a:t>Heart Rate: 61 bpm</a:t>
            </a:r>
            <a:br/>
            <a:r>
              <a:t>Temperature: 99.0°F</a:t>
            </a:r>
            <a:br/>
            <a:r>
              <a:t>Respiratory Rate: 14</a:t>
            </a:r>
            <a:br/>
            <a:r>
              <a:t>O2 Saturation: 99%</a:t>
            </a:r>
            <a:br/>
            <a:r>
              <a:t>Weight: 142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Sarah Smith, PA</a:t>
            </a:r>
            <a:br/>
            <a:r>
              <a:t>Specialty: Psychiatry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