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Alyssachester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Ashley Davis</a:t>
            </a:r>
            <a:br/>
            <a:r>
              <a:t>MRN: MRN719014</a:t>
            </a:r>
            <a:br/>
            <a:r>
              <a:t>DOB: 12/08/1985 (Age: 39)</a:t>
            </a:r>
            <a:br/>
            <a:r>
              <a:t>Contact: (283)335-3910x16125 / pparsons@example.net</a:t>
            </a:r>
            <a:br/>
            <a:r>
              <a:t>Address: 901 Jeremy Groves Suite 376, Douglasborough, 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112/90 mmHg</a:t>
            </a:r>
            <a:br/>
            <a:r>
              <a:t>Heart Rate: 99 bpm</a:t>
            </a:r>
            <a:br/>
            <a:r>
              <a:t>Temperature: 99.4°F</a:t>
            </a:r>
            <a:br/>
            <a:r>
              <a:t>Respiratory Rate: 17</a:t>
            </a:r>
            <a:br/>
            <a:r>
              <a:t>O2 Saturation: 100%</a:t>
            </a:r>
            <a:br/>
            <a:r>
              <a:t>Weight: 265 lbs</a:t>
            </a:r>
            <a:br/>
            <a:r>
              <a:t>Height: 64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Amanda Garcia, DO</a:t>
            </a:r>
            <a:br/>
            <a:r>
              <a:t>Specialty: Internal Medicine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