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Jennafort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Luis Evans</a:t>
            </a:r>
            <a:br/>
            <a:r>
              <a:t>MRN: MRN398937</a:t>
            </a:r>
            <a:br/>
            <a:r>
              <a:t>DOB: 11/12/1940 (Age: 85)</a:t>
            </a:r>
            <a:br/>
            <a:r>
              <a:t>Contact: +1-206-825-0946x6605 / mayerrachael@example.com</a:t>
            </a:r>
            <a:br/>
            <a:r>
              <a:t>Address: 288 Gonzalez Route Suite 070, Nicoleshire, 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148/93 mmHg</a:t>
            </a:r>
            <a:br/>
            <a:r>
              <a:t>Heart Rate: 90 bpm</a:t>
            </a:r>
            <a:br/>
            <a:r>
              <a:t>Temperature: 98.8°F</a:t>
            </a:r>
            <a:br/>
            <a:r>
              <a:t>Respiratory Rate: 15</a:t>
            </a:r>
            <a:br/>
            <a:r>
              <a:t>O2 Saturation: 99%</a:t>
            </a:r>
            <a:br/>
            <a:r>
              <a:t>Weight: 256 lbs</a:t>
            </a:r>
            <a:br/>
            <a:r>
              <a:t>Height: 68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Yvonne Short, MD</a:t>
            </a:r>
            <a:br/>
            <a:r>
              <a:t>Specialty: Endocrinology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