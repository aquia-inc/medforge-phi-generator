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Timothyland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Diamond Morales</a:t>
            </a:r>
            <a:br/>
            <a:r>
              <a:t>MRN: MRN353013</a:t>
            </a:r>
            <a:br/>
            <a:r>
              <a:t>DOB: 03/01/1974 (Age: 51)</a:t>
            </a:r>
            <a:br/>
            <a:r>
              <a:t>Contact: 001-527-938-6813 / pamelamartin@example.com</a:t>
            </a:r>
            <a:br/>
            <a:r>
              <a:t>Address: 155 Donna Ferry, Haleyside,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115/70 mmHg</a:t>
            </a:r>
            <a:br/>
            <a:r>
              <a:t>Heart Rate: 66 bpm</a:t>
            </a:r>
            <a:br/>
            <a:r>
              <a:t>Temperature: 98.8°F</a:t>
            </a:r>
            <a:br/>
            <a:r>
              <a:t>Respiratory Rate: 19</a:t>
            </a:r>
            <a:br/>
            <a:r>
              <a:t>O2 Saturation: 96%</a:t>
            </a:r>
            <a:br/>
            <a:r>
              <a:t>Weight: 269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Sarah Davis, DO</a:t>
            </a:r>
            <a:br/>
            <a:r>
              <a:t>Specialty: Orthopedics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