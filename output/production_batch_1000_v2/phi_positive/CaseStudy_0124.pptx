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Piercechester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Lacey Hill</a:t>
            </a:r>
            <a:br/>
            <a:r>
              <a:t>MRN: MRN558936</a:t>
            </a:r>
            <a:br/>
            <a:r>
              <a:t>DOB: 07/11/1990 (Age: 35)</a:t>
            </a:r>
            <a:br/>
            <a:r>
              <a:t>Contact: 733.505.5978x2457 / susanharper@example.org</a:t>
            </a:r>
            <a:br/>
            <a:r>
              <a:t>Address: 038 Wright Lane Suite 044, East Kenneth, 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153/95 mmHg</a:t>
            </a:r>
            <a:br/>
            <a:r>
              <a:t>Heart Rate: 83 bpm</a:t>
            </a:r>
            <a:br/>
            <a:r>
              <a:t>Temperature: 99.4°F</a:t>
            </a:r>
            <a:br/>
            <a:r>
              <a:t>Respiratory Rate: 12</a:t>
            </a:r>
            <a:br/>
            <a:r>
              <a:t>O2 Saturation: 99%</a:t>
            </a:r>
            <a:br/>
            <a:r>
              <a:t>Weight: 262 lbs</a:t>
            </a:r>
            <a:br/>
            <a:r>
              <a:t>Height: 64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Dawn Fisher, MD</a:t>
            </a:r>
            <a:br/>
            <a:r>
              <a:t>Specialty: Internal Medicine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