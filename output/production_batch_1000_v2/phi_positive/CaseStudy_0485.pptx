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Philiphaven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Donald Shepard</a:t>
            </a:r>
            <a:br/>
            <a:r>
              <a:t>MRN: MRN131821</a:t>
            </a:r>
            <a:br/>
            <a:r>
              <a:t>DOB: 03/28/1972 (Age: 53)</a:t>
            </a:r>
            <a:br/>
            <a:r>
              <a:t>Contact: 001-211-231-8002x149 / scott55@example.com</a:t>
            </a:r>
            <a:br/>
            <a:r>
              <a:t>Address: 734 Edward Falls Apt. 913, Lake Jasmin,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132/80 mmHg</a:t>
            </a:r>
            <a:br/>
            <a:r>
              <a:t>Heart Rate: 84 bpm</a:t>
            </a:r>
            <a:br/>
            <a:r>
              <a:t>Temperature: 98.7°F</a:t>
            </a:r>
            <a:br/>
            <a:r>
              <a:t>Respiratory Rate: 20</a:t>
            </a:r>
            <a:br/>
            <a:r>
              <a:t>O2 Saturation: 100%</a:t>
            </a:r>
            <a:br/>
            <a:r>
              <a:t>Weight: 194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Laura Walters, NP</a:t>
            </a:r>
            <a:br/>
            <a:r>
              <a:t>Specialty: Cardiology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