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Erikaburgh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Jaime Green</a:t>
            </a:r>
            <a:br/>
            <a:r>
              <a:t>MRN: MRN439753</a:t>
            </a:r>
            <a:br/>
            <a:r>
              <a:t>DOB: 02/05/1984 (Age: 41)</a:t>
            </a:r>
            <a:br/>
            <a:r>
              <a:t>Contact: 989.225.8578x39803 / shannonharris@example.org</a:t>
            </a:r>
            <a:br/>
            <a:r>
              <a:t>Address: 58869 Stone Ford, South Johnathanmouth,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119/73 mmHg</a:t>
            </a:r>
            <a:br/>
            <a:r>
              <a:t>Heart Rate: 93 bpm</a:t>
            </a:r>
            <a:br/>
            <a:r>
              <a:t>Temperature: 97.4°F</a:t>
            </a:r>
            <a:br/>
            <a:r>
              <a:t>Respiratory Rate: 15</a:t>
            </a:r>
            <a:br/>
            <a:r>
              <a:t>O2 Saturation: 95%</a:t>
            </a:r>
            <a:br/>
            <a:r>
              <a:t>Weight: 212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Linda Scott, NP</a:t>
            </a:r>
            <a:br/>
            <a:r>
              <a:t>Specialty: Family Medicine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