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Caitlyn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Chan</a:t>
            </a:r>
            <a:br/>
            <a:r>
              <a:t>MRN: MRN683499</a:t>
            </a:r>
            <a:br/>
            <a:r>
              <a:t>DOB: 12/19/1962 (Age: 62)</a:t>
            </a:r>
            <a:br/>
            <a:r>
              <a:t>Contact: 856-434-5263 / nwhite@example.org</a:t>
            </a:r>
            <a:br/>
            <a:r>
              <a:t>Address: 0444 Cox Stravenue Apt. 434, Sarahland,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123/71 mmHg</a:t>
            </a:r>
            <a:br/>
            <a:r>
              <a:t>Heart Rate: 68 bpm</a:t>
            </a:r>
            <a:br/>
            <a:r>
              <a:t>Temperature: 99.2°F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265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Tanner Baker, NP</a:t>
            </a:r>
            <a:br/>
            <a:r>
              <a:t>Specialty: Cardiology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