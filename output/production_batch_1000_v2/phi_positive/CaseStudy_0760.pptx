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Ashleybury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Laurie Leach</a:t>
            </a:r>
            <a:br/>
            <a:r>
              <a:t>MRN: MRN686411</a:t>
            </a:r>
            <a:br/>
            <a:r>
              <a:t>DOB: 02/23/1991 (Age: 34)</a:t>
            </a:r>
            <a:br/>
            <a:r>
              <a:t>Contact: +1-287-831-3312x568 / dianaking@example.net</a:t>
            </a:r>
            <a:br/>
            <a:r>
              <a:t>Address: 5945 Stafford Alley, Lake Kimberlymouth, 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146/70 mmHg</a:t>
            </a:r>
            <a:br/>
            <a:r>
              <a:t>Heart Rate: 80 bpm</a:t>
            </a:r>
            <a:br/>
            <a:r>
              <a:t>Temperature: 99.0°F</a:t>
            </a:r>
            <a:br/>
            <a:r>
              <a:t>Respiratory Rate: 20</a:t>
            </a:r>
            <a:br/>
            <a:r>
              <a:t>O2 Saturation: 97%</a:t>
            </a:r>
            <a:br/>
            <a:r>
              <a:t>Weight: 208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William Gomez, NP</a:t>
            </a:r>
            <a:br/>
            <a:r>
              <a:t>Specialty: Orthopedics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