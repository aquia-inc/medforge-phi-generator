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Tina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Brenda Lopez</a:t>
            </a:r>
            <a:br/>
            <a:r>
              <a:t>MRN: MRN234082</a:t>
            </a:r>
            <a:br/>
            <a:r>
              <a:t>DOB: 09/02/1997 (Age: 28)</a:t>
            </a:r>
            <a:br/>
            <a:r>
              <a:t>Contact: (520)319-0113x4843 / jeremythompson@example.org</a:t>
            </a:r>
            <a:br/>
            <a:r>
              <a:t>Address: 32394 Collier Loop Suite 523, Jacobfurt, 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122/74 mmHg</a:t>
            </a:r>
            <a:br/>
            <a:r>
              <a:t>Heart Rate: 63 bpm</a:t>
            </a:r>
            <a:br/>
            <a:r>
              <a:t>Temperature: 97.6°F</a:t>
            </a:r>
            <a:br/>
            <a:r>
              <a:t>Respiratory Rate: 12</a:t>
            </a:r>
            <a:br/>
            <a:r>
              <a:t>O2 Saturation: 98%</a:t>
            </a:r>
            <a:br/>
            <a:r>
              <a:t>Weight: 186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Chelsea Patterson, PA</a:t>
            </a:r>
            <a:br/>
            <a:r>
              <a:t>Specialty: Pulmonology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