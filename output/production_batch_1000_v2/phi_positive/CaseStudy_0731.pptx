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Foxmouth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Kenneth Hicks</a:t>
            </a:r>
            <a:br/>
            <a:r>
              <a:t>MRN: MRN426488</a:t>
            </a:r>
            <a:br/>
            <a:r>
              <a:t>DOB: 09/21/1947 (Age: 78)</a:t>
            </a:r>
            <a:br/>
            <a:r>
              <a:t>Contact: (311)840-9155 / hwinters@example.org</a:t>
            </a:r>
            <a:br/>
            <a:r>
              <a:t>Address: 970 Austin Path, West Rickey, 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144/84 mmHg</a:t>
            </a:r>
            <a:br/>
            <a:r>
              <a:t>Heart Rate: 67 bpm</a:t>
            </a:r>
            <a:br/>
            <a:r>
              <a:t>Temperature: 97.8°F</a:t>
            </a:r>
            <a:br/>
            <a:r>
              <a:t>Respiratory Rate: 18</a:t>
            </a:r>
            <a:br/>
            <a:r>
              <a:t>O2 Saturation: 99%</a:t>
            </a:r>
            <a:br/>
            <a:r>
              <a:t>Weight: 274 lbs</a:t>
            </a:r>
            <a:br/>
            <a:r>
              <a:t>Height: 62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Thomas Williams, MD</a:t>
            </a:r>
            <a:br/>
            <a:r>
              <a:t>Specialty: Orthopedics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