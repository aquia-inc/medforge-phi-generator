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Deborahview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Heather Taylor</a:t>
            </a:r>
            <a:br/>
            <a:r>
              <a:t>MRN: MRN465424</a:t>
            </a:r>
            <a:br/>
            <a:r>
              <a:t>DOB: 02/13/1984 (Age: 41)</a:t>
            </a:r>
            <a:br/>
            <a:r>
              <a:t>Contact: 210.341.7628x5103 / chill@example.net</a:t>
            </a:r>
            <a:br/>
            <a:r>
              <a:t>Address: 39762 Daniel Point Apt. 690, Johnhaven, 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133/90 mmHg</a:t>
            </a:r>
            <a:br/>
            <a:r>
              <a:t>Heart Rate: 81 bpm</a:t>
            </a:r>
            <a:br/>
            <a:r>
              <a:t>Temperature: 97.9°F</a:t>
            </a:r>
            <a:br/>
            <a:r>
              <a:t>Respiratory Rate: 12</a:t>
            </a:r>
            <a:br/>
            <a:r>
              <a:t>O2 Saturation: 95%</a:t>
            </a:r>
            <a:br/>
            <a:r>
              <a:t>Weight: 278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Daniel Lucas, NP</a:t>
            </a:r>
            <a:br/>
            <a:r>
              <a:t>Specialty: Nephrology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