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Joelfort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Melissa Hardy</a:t>
            </a:r>
            <a:br/>
            <a:r>
              <a:t>MRN: MRN660741</a:t>
            </a:r>
            <a:br/>
            <a:r>
              <a:t>DOB: 07/21/1932 (Age: 93)</a:t>
            </a:r>
            <a:br/>
            <a:r>
              <a:t>Contact: 710-571-7878x967 / aherman@example.com</a:t>
            </a:r>
            <a:br/>
            <a:r>
              <a:t>Address: 5794 Tyler Land Apt. 737, East Raven, 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131/79 mmHg</a:t>
            </a:r>
            <a:br/>
            <a:r>
              <a:t>Heart Rate: 72 bpm</a:t>
            </a:r>
            <a:br/>
            <a:r>
              <a:t>Temperature: 97.1°F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268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Barbara Reed, DO</a:t>
            </a:r>
            <a:br/>
            <a:r>
              <a:t>Specialty: Endocrinology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