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Mollyville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Kristin Hancock</a:t>
            </a:r>
            <a:br/>
            <a:r>
              <a:t>MRN: MRN388060</a:t>
            </a:r>
            <a:br/>
            <a:r>
              <a:t>DOB: 12/01/1934 (Age: 90)</a:t>
            </a:r>
            <a:br/>
            <a:r>
              <a:t>Contact: 001-989-862-2494 / deanna19@example.com</a:t>
            </a:r>
            <a:br/>
            <a:r>
              <a:t>Address: 325 Carol Camp Apt. 026, East Jose, 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118/92 mmHg</a:t>
            </a:r>
            <a:br/>
            <a:r>
              <a:t>Heart Rate: 90 bpm</a:t>
            </a:r>
            <a:br/>
            <a:r>
              <a:t>Temperature: 98.9°F</a:t>
            </a:r>
            <a:br/>
            <a:r>
              <a:t>Respiratory Rate: 12</a:t>
            </a:r>
            <a:br/>
            <a:r>
              <a:t>O2 Saturation: 99%</a:t>
            </a:r>
            <a:br/>
            <a:r>
              <a:t>Weight: 173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Tonya Ramos, NP</a:t>
            </a:r>
            <a:br/>
            <a:r>
              <a:t>Specialty: Orthopedics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