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Ronald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Micheal Dunn</a:t>
            </a:r>
            <a:br/>
            <a:r>
              <a:t>MRN: MRN207348</a:t>
            </a:r>
            <a:br/>
            <a:r>
              <a:t>DOB: 04/07/1939 (Age: 86)</a:t>
            </a:r>
            <a:br/>
            <a:r>
              <a:t>Contact: 923-554-2687x44701 / mollypeck@example.net</a:t>
            </a:r>
            <a:br/>
            <a:r>
              <a:t>Address: 865 Jeffrey Mills, Chavezshire, 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Gabapentin 300mg three times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118/70 mmHg</a:t>
            </a:r>
            <a:br/>
            <a:r>
              <a:t>Heart Rate: 90 bpm</a:t>
            </a:r>
            <a:br/>
            <a:r>
              <a:t>Temperature: 99.3°F</a:t>
            </a:r>
            <a:br/>
            <a:r>
              <a:t>Respiratory Rate: 12</a:t>
            </a:r>
            <a:br/>
            <a:r>
              <a:t>O2 Saturation: 95%</a:t>
            </a:r>
            <a:br/>
            <a:r>
              <a:t>Weight: 218 lbs</a:t>
            </a:r>
            <a:br/>
            <a:r>
              <a:t>Height: 61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Evelyn Russell, MD</a:t>
            </a:r>
            <a:br/>
            <a:r>
              <a:t>Specialty: Pulmonology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