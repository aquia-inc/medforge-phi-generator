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East Christopher Clinic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James Warner</a:t>
            </a:r>
            <a:br/>
            <a:r>
              <a:t>MRN: MRN537970</a:t>
            </a:r>
            <a:br/>
            <a:r>
              <a:t>DOB: 11/30/1997 (Age: 27)</a:t>
            </a:r>
            <a:br/>
            <a:r>
              <a:t>Contact: +1-229-547-8745x456 / banksmary@example.net</a:t>
            </a:r>
            <a:br/>
            <a:r>
              <a:t>Address: 659 Thomas Views Suite 812, Phillipsport, NC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Chronic Obstructive Pulmonary Disease (ICD-10: J44.9)</a:t>
            </a:r>
          </a:p>
          <a:p>
            <a:pPr lvl="1">
              <a:defRPr sz="1400"/>
            </a:pPr>
            <a:r>
              <a:t>• Hypothyroidism (ICD-10: E03.9)</a:t>
            </a:r>
          </a:p>
          <a:p>
            <a:pPr lvl="1">
              <a:defRPr sz="1400"/>
            </a:pPr>
            <a:r>
              <a:t>• Type 2 Diabetes Mellitus (ICD-10: E11.9)</a:t>
            </a:r>
          </a:p>
          <a:p>
            <a:pPr lvl="1">
              <a:defRPr sz="1400"/>
            </a:pPr>
            <a:r>
              <a:t>• Chronic Kidney Disease, Stage 3 (ICD-10: N18.3)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Sertraline 50mg daily</a:t>
            </a:r>
          </a:p>
          <a:p>
            <a:pPr lvl="1">
              <a:defRPr sz="1400"/>
            </a:pPr>
            <a:r>
              <a:t>• Amlodipine 5mg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128/71 mmHg</a:t>
            </a:r>
            <a:br/>
            <a:r>
              <a:t>Heart Rate: 91 bpm</a:t>
            </a:r>
            <a:br/>
            <a:r>
              <a:t>Temperature: 97.2°F</a:t>
            </a:r>
            <a:br/>
            <a:r>
              <a:t>Respiratory Rate: 19</a:t>
            </a:r>
            <a:br/>
            <a:r>
              <a:t>O2 Saturation: 100%</a:t>
            </a:r>
            <a:br/>
            <a:r>
              <a:t>Weight: 168 lbs</a:t>
            </a:r>
            <a:br/>
            <a:r>
              <a:t>Height: 64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Steven Martinez, PA</a:t>
            </a:r>
            <a:br/>
            <a:r>
              <a:t>Specialty: Orthopedics</a:t>
            </a:r>
            <a:br/>
            <a:br/>
            <a:r>
              <a:t>Primary diagnosis: Chronic Obstructive Pulmonary Disease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