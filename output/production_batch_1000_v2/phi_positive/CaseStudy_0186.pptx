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Sandrafort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Javier Murray</a:t>
            </a:r>
            <a:br/>
            <a:r>
              <a:t>MRN: MRN923648</a:t>
            </a:r>
            <a:br/>
            <a:r>
              <a:t>DOB: 03/03/1992 (Age: 33)</a:t>
            </a:r>
            <a:br/>
            <a:r>
              <a:t>Contact: +1-372-821-1386x9087 / hthomas@example.org</a:t>
            </a:r>
            <a:br/>
            <a:r>
              <a:t>Address: 4617 Ashley Plaza Apt. 707, Kirkchester,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124/73 mmHg</a:t>
            </a:r>
            <a:br/>
            <a:r>
              <a:t>Heart Rate: 75 bpm</a:t>
            </a:r>
            <a:br/>
            <a:r>
              <a:t>Temperature: 98.8°F</a:t>
            </a:r>
            <a:br/>
            <a:r>
              <a:t>Respiratory Rate: 15</a:t>
            </a:r>
            <a:br/>
            <a:r>
              <a:t>O2 Saturation: 98%</a:t>
            </a:r>
            <a:br/>
            <a:r>
              <a:t>Weight: 176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Mandy Malone, PA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