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Robertland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Paul Lopez</a:t>
            </a:r>
            <a:br/>
            <a:r>
              <a:t>MRN: MRN703165</a:t>
            </a:r>
            <a:br/>
            <a:r>
              <a:t>DOB: 08/09/1995 (Age: 30)</a:t>
            </a:r>
            <a:br/>
            <a:r>
              <a:t>Contact: 931-515-2438x72075 / collinsdebra@example.com</a:t>
            </a:r>
            <a:br/>
            <a:r>
              <a:t>Address: 99645 Thompson Greens Apt. 840, Port Trevor, TN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  <a:p>
            <a:pPr lvl="1">
              <a:defRPr sz="1400"/>
            </a:pPr>
            <a:r>
              <a:t>• Lisinopril 10mg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124/88 mmHg</a:t>
            </a:r>
            <a:br/>
            <a:r>
              <a:t>Heart Rate: 80 bpm</a:t>
            </a:r>
            <a:br/>
            <a:r>
              <a:t>Temperature: 98.3°F</a:t>
            </a:r>
            <a:br/>
            <a:r>
              <a:t>Respiratory Rate: 15</a:t>
            </a:r>
            <a:br/>
            <a:r>
              <a:t>O2 Saturation: 99%</a:t>
            </a:r>
            <a:br/>
            <a:r>
              <a:t>Weight: 210 lbs</a:t>
            </a:r>
            <a:br/>
            <a:r>
              <a:t>Height: 64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Megan Hayes, DO</a:t>
            </a:r>
            <a:br/>
            <a:r>
              <a:t>Specialty: Cardiology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