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Annmouth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Valerie Meadows</a:t>
            </a:r>
            <a:br/>
            <a:r>
              <a:t>MRN: MRN390505</a:t>
            </a:r>
            <a:br/>
            <a:r>
              <a:t>DOB: 10/21/1948 (Age: 77)</a:t>
            </a:r>
            <a:br/>
            <a:r>
              <a:t>Contact: +1-463-854-6923 / jtaylor@example.net</a:t>
            </a:r>
            <a:br/>
            <a:r>
              <a:t>Address: 3907 Anderson Lights Suite 338, East Eddietown, 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133/72 mmHg</a:t>
            </a:r>
            <a:br/>
            <a:r>
              <a:t>Heart Rate: 91 bpm</a:t>
            </a:r>
            <a:br/>
            <a:r>
              <a:t>Temperature: 99.1°F</a:t>
            </a:r>
            <a:br/>
            <a:r>
              <a:t>Respiratory Rate: 14</a:t>
            </a:r>
            <a:br/>
            <a:r>
              <a:t>O2 Saturation: 96%</a:t>
            </a:r>
            <a:br/>
            <a:r>
              <a:t>Weight: 194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Madison Day, NP</a:t>
            </a:r>
            <a:br/>
            <a:r>
              <a:t>Specialty: Endocrinology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