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Jamesfurt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Todd Estrada</a:t>
            </a:r>
            <a:br/>
            <a:r>
              <a:t>MRN: MRN522867</a:t>
            </a:r>
            <a:br/>
            <a:r>
              <a:t>DOB: 06/27/1993 (Age: 32)</a:t>
            </a:r>
            <a:br/>
            <a:r>
              <a:t>Contact: +1-286-515-0855x1108 / moralesdarren@example.com</a:t>
            </a:r>
            <a:br/>
            <a:r>
              <a:t>Address: 05787 John Mountain Apt. 311, Daniellemouth,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140/78 mmHg</a:t>
            </a:r>
            <a:br/>
            <a:r>
              <a:t>Heart Rate: 83 bpm</a:t>
            </a:r>
            <a:br/>
            <a:r>
              <a:t>Temperature: 98.8°F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134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Bruce Barnes, DO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