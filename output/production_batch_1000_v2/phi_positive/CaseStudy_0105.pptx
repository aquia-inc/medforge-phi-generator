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Stephanie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Calvin Bryan</a:t>
            </a:r>
            <a:br/>
            <a:r>
              <a:t>MRN: MRN778827</a:t>
            </a:r>
            <a:br/>
            <a:r>
              <a:t>DOB: 02/12/1982 (Age: 43)</a:t>
            </a:r>
            <a:br/>
            <a:r>
              <a:t>Contact: 427-204-9386 / joshua51@example.com</a:t>
            </a:r>
            <a:br/>
            <a:r>
              <a:t>Address: 197 Darren Course Apt. 125, Port Garytown, 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126/89 mmHg</a:t>
            </a:r>
            <a:br/>
            <a:r>
              <a:t>Heart Rate: 79 bpm</a:t>
            </a:r>
            <a:br/>
            <a:r>
              <a:t>Temperature: 98.8°F</a:t>
            </a:r>
            <a:br/>
            <a:r>
              <a:t>Respiratory Rate: 16</a:t>
            </a:r>
            <a:br/>
            <a:r>
              <a:t>O2 Saturation: 98%</a:t>
            </a:r>
            <a:br/>
            <a:r>
              <a:t>Weight: 216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Nicholas Miller, PA</a:t>
            </a:r>
            <a:br/>
            <a:r>
              <a:t>Specialty: Nephrology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