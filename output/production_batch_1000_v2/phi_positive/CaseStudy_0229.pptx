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Angela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Erika Allen</a:t>
            </a:r>
            <a:br/>
            <a:r>
              <a:t>MRN: MRN555157</a:t>
            </a:r>
            <a:br/>
            <a:r>
              <a:t>DOB: 06/03/1996 (Age: 29)</a:t>
            </a:r>
            <a:br/>
            <a:r>
              <a:t>Contact: 672-866-5282 / joseph92@example.net</a:t>
            </a:r>
            <a:br/>
            <a:r>
              <a:t>Address: 240 Lisa Spurs Apt. 086, North Kevinfurt, WY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127/86 mmHg</a:t>
            </a:r>
            <a:br/>
            <a:r>
              <a:t>Heart Rate: 99 bpm</a:t>
            </a:r>
            <a:br/>
            <a:r>
              <a:t>Temperature: 99.3°F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172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Luis Lawrence, NP</a:t>
            </a:r>
            <a:br/>
            <a:r>
              <a:t>Specialty: Pulmonology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