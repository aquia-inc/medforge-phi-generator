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Donnastad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Nathan Ramirez</a:t>
            </a:r>
            <a:br/>
            <a:r>
              <a:t>MRN: MRN173199</a:t>
            </a:r>
            <a:br/>
            <a:r>
              <a:t>DOB: 10/01/1987 (Age: 38)</a:t>
            </a:r>
            <a:br/>
            <a:r>
              <a:t>Contact: 001-301-542-4731x07201 / lkane@example.net</a:t>
            </a:r>
            <a:br/>
            <a:r>
              <a:t>Address: 0971 Jason Locks Suite 007, Rivaschester, 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160/77 mmHg</a:t>
            </a:r>
            <a:br/>
            <a:r>
              <a:t>Heart Rate: 87 bpm</a:t>
            </a:r>
            <a:br/>
            <a:r>
              <a:t>Temperature: 97.7°F</a:t>
            </a:r>
            <a:br/>
            <a:r>
              <a:t>Respiratory Rate: 17</a:t>
            </a:r>
            <a:br/>
            <a:r>
              <a:t>O2 Saturation: 96%</a:t>
            </a:r>
            <a:br/>
            <a:r>
              <a:t>Weight: 204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Barbara Williams, PA</a:t>
            </a:r>
            <a:br/>
            <a:r>
              <a:t>Specialty: Neurology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