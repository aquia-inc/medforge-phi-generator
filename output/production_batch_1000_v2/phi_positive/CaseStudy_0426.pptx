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Vanessabury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Stephen Long</a:t>
            </a:r>
            <a:br/>
            <a:r>
              <a:t>MRN: MRN428686</a:t>
            </a:r>
            <a:br/>
            <a:r>
              <a:t>DOB: 11/11/2006 (Age: 19)</a:t>
            </a:r>
            <a:br/>
            <a:r>
              <a:t>Contact: 295.279.2578x52352 / kellyjones@example.com</a:t>
            </a:r>
            <a:br/>
            <a:r>
              <a:t>Address: 5424 Collier Viaduct, North Michaelmouth, 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119/81 mmHg</a:t>
            </a:r>
            <a:br/>
            <a:r>
              <a:t>Heart Rate: 63 bpm</a:t>
            </a:r>
            <a:br/>
            <a:r>
              <a:t>Temperature: 98.2°F</a:t>
            </a:r>
            <a:br/>
            <a:r>
              <a:t>Respiratory Rate: 15</a:t>
            </a:r>
            <a:br/>
            <a:r>
              <a:t>O2 Saturation: 100%</a:t>
            </a:r>
            <a:br/>
            <a:r>
              <a:t>Weight: 120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Meredith Fry, NP</a:t>
            </a:r>
            <a:br/>
            <a:r>
              <a:t>Specialty: Orthopedics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