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Hillville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Erin Schultz</a:t>
            </a:r>
            <a:br/>
            <a:r>
              <a:t>MRN: MRN495238</a:t>
            </a:r>
            <a:br/>
            <a:r>
              <a:t>DOB: 01/13/1992 (Age: 33)</a:t>
            </a:r>
            <a:br/>
            <a:r>
              <a:t>Contact: 3225247032 / stevenwalter@example.org</a:t>
            </a:r>
            <a:br/>
            <a:r>
              <a:t>Address: 8409 Ramirez Drive, New Stephanie, MN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128/74 mmHg</a:t>
            </a:r>
            <a:br/>
            <a:r>
              <a:t>Heart Rate: 76 bpm</a:t>
            </a:r>
            <a:br/>
            <a:r>
              <a:t>Temperature: 97.5°F</a:t>
            </a:r>
            <a:br/>
            <a:r>
              <a:t>Respiratory Rate: 18</a:t>
            </a:r>
            <a:br/>
            <a:r>
              <a:t>O2 Saturation: 100%</a:t>
            </a:r>
            <a:br/>
            <a:r>
              <a:t>Weight: 155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Michael Gonzales, NP</a:t>
            </a:r>
            <a:br/>
            <a:r>
              <a:t>Specialty: Nephrology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