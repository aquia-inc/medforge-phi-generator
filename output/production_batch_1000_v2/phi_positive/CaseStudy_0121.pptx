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Shannonfort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Joshua Reese</a:t>
            </a:r>
            <a:br/>
            <a:r>
              <a:t>MRN: MRN475479</a:t>
            </a:r>
            <a:br/>
            <a:r>
              <a:t>DOB: 11/28/1981 (Age: 43)</a:t>
            </a:r>
            <a:br/>
            <a:r>
              <a:t>Contact: +1-269-332-6573x2759 / milleralan@example.org</a:t>
            </a:r>
            <a:br/>
            <a:r>
              <a:t>Address: 55323 Pittman Lake Suite 977, Janeport,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131/81 mmHg</a:t>
            </a:r>
            <a:br/>
            <a:r>
              <a:t>Heart Rate: 78 bpm</a:t>
            </a:r>
            <a:br/>
            <a:r>
              <a:t>Temperature: 97.5°F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263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Leah Moore, MD</a:t>
            </a:r>
            <a:br/>
            <a:r>
              <a:t>Specialty: Gastroenterology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