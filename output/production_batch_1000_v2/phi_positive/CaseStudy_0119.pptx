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Gilbertmouth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Christy Scott</a:t>
            </a:r>
            <a:br/>
            <a:r>
              <a:t>MRN: MRN159354</a:t>
            </a:r>
            <a:br/>
            <a:r>
              <a:t>DOB: 08/02/1976 (Age: 49)</a:t>
            </a:r>
            <a:br/>
            <a:r>
              <a:t>Contact: 001-643-246-0666x437 / xwilliams@example.com</a:t>
            </a:r>
            <a:br/>
            <a:r>
              <a:t>Address: 311 Erik Turnpike, Jonesside, 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153/93 mmHg</a:t>
            </a:r>
            <a:br/>
            <a:r>
              <a:t>Heart Rate: 95 bpm</a:t>
            </a:r>
            <a:br/>
            <a:r>
              <a:t>Temperature: 99.2°F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180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Sherry Scott, MD</a:t>
            </a:r>
            <a:br/>
            <a:r>
              <a:t>Specialty: Pulmonology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