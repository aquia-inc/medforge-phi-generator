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Westshire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Derek Williams</a:t>
            </a:r>
            <a:br/>
            <a:r>
              <a:t>MRN: MRN106892</a:t>
            </a:r>
            <a:br/>
            <a:r>
              <a:t>DOB: 11/28/1993 (Age: 31)</a:t>
            </a:r>
            <a:br/>
            <a:r>
              <a:t>Contact: 001-650-707-4189 / jeremy29@example.net</a:t>
            </a:r>
            <a:br/>
            <a:r>
              <a:t>Address: 9893 Cooper Ranch Suite 471, Huffland, 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112/74 mmHg</a:t>
            </a:r>
            <a:br/>
            <a:r>
              <a:t>Heart Rate: 62 bpm</a:t>
            </a:r>
            <a:br/>
            <a:r>
              <a:t>Temperature: 98.7°F</a:t>
            </a:r>
            <a:br/>
            <a:r>
              <a:t>Respiratory Rate: 16</a:t>
            </a:r>
            <a:br/>
            <a:r>
              <a:t>O2 Saturation: 97%</a:t>
            </a:r>
            <a:br/>
            <a:r>
              <a:t>Weight: 142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Xavier Thomas, MD</a:t>
            </a:r>
            <a:br/>
            <a:r>
              <a:t>Specialty: Pulmonology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