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Kristinshire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Jones</a:t>
            </a:r>
            <a:br/>
            <a:r>
              <a:t>MRN: MRN191928</a:t>
            </a:r>
            <a:br/>
            <a:r>
              <a:t>DOB: 04/24/1941 (Age: 84)</a:t>
            </a:r>
            <a:br/>
            <a:r>
              <a:t>Contact: 001-390-806-9680 / cwoods@example.net</a:t>
            </a:r>
            <a:br/>
            <a:r>
              <a:t>Address: 8423 Ashley Heights, Biancastad, 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121/89 mmHg</a:t>
            </a:r>
            <a:br/>
            <a:r>
              <a:t>Heart Rate: 74 bpm</a:t>
            </a:r>
            <a:br/>
            <a:r>
              <a:t>Temperature: 98.8°F</a:t>
            </a:r>
            <a:br/>
            <a:r>
              <a:t>Respiratory Rate: 15</a:t>
            </a:r>
            <a:br/>
            <a:r>
              <a:t>O2 Saturation: 95%</a:t>
            </a:r>
            <a:br/>
            <a:r>
              <a:t>Weight: 150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Andrew Long, PA</a:t>
            </a:r>
            <a:br/>
            <a:r>
              <a:t>Specialty: Family Medicine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