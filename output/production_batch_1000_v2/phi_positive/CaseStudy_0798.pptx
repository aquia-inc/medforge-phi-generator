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Eric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Johnny Stanley</a:t>
            </a:r>
            <a:br/>
            <a:r>
              <a:t>MRN: MRN212882</a:t>
            </a:r>
            <a:br/>
            <a:r>
              <a:t>DOB: 12/14/1979 (Age: 45)</a:t>
            </a:r>
            <a:br/>
            <a:r>
              <a:t>Contact: +1-858-541-6511 / craigmarshall@example.net</a:t>
            </a:r>
            <a:br/>
            <a:r>
              <a:t>Address: 86893 Snyder Square, West Loristad, VT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156/93 mmHg</a:t>
            </a:r>
            <a:br/>
            <a:r>
              <a:t>Heart Rate: 70 bpm</a:t>
            </a:r>
            <a:br/>
            <a:r>
              <a:t>Temperature: 98.9°F</a:t>
            </a:r>
            <a:br/>
            <a:r>
              <a:t>Respiratory Rate: 16</a:t>
            </a:r>
            <a:br/>
            <a:r>
              <a:t>O2 Saturation: 95%</a:t>
            </a:r>
            <a:br/>
            <a:r>
              <a:t>Weight: 164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David Chapman, MD</a:t>
            </a:r>
            <a:br/>
            <a:r>
              <a:t>Specialty: Psychiatry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