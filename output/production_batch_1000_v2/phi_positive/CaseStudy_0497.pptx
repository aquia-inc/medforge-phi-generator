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Mary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Danny Mahoney</a:t>
            </a:r>
            <a:br/>
            <a:r>
              <a:t>MRN: MRN841917</a:t>
            </a:r>
            <a:br/>
            <a:r>
              <a:t>DOB: 07/25/1978 (Age: 47)</a:t>
            </a:r>
            <a:br/>
            <a:r>
              <a:t>Contact: 5513558866 / elizabeth87@example.org</a:t>
            </a:r>
            <a:br/>
            <a:r>
              <a:t>Address: 15421 Megan Square Suite 949, New Earlfurt, 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145/90 mmHg</a:t>
            </a:r>
            <a:br/>
            <a:r>
              <a:t>Heart Rate: 98 bpm</a:t>
            </a:r>
            <a:br/>
            <a:r>
              <a:t>Temperature: 98.9°F</a:t>
            </a:r>
            <a:br/>
            <a:r>
              <a:t>Respiratory Rate: 19</a:t>
            </a:r>
            <a:br/>
            <a:r>
              <a:t>O2 Saturation: 95%</a:t>
            </a:r>
            <a:br/>
            <a:r>
              <a:t>Weight: 253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Beverly Wilson, DO</a:t>
            </a:r>
            <a:br/>
            <a:r>
              <a:t>Specialty: Psychiatry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