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Veronicaberg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Michael Hunt</a:t>
            </a:r>
            <a:br/>
            <a:r>
              <a:t>MRN: MRN683064</a:t>
            </a:r>
            <a:br/>
            <a:r>
              <a:t>DOB: 11/22/1954 (Age: 70)</a:t>
            </a:r>
            <a:br/>
            <a:r>
              <a:t>Contact: 632.955.7597 / cburke@example.com</a:t>
            </a:r>
            <a:br/>
            <a:r>
              <a:t>Address: 02445 George Forges, Ayalaberg, PW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133/71 mmHg</a:t>
            </a:r>
            <a:br/>
            <a:r>
              <a:t>Heart Rate: 69 bpm</a:t>
            </a:r>
            <a:br/>
            <a:r>
              <a:t>Temperature: 98.4°F</a:t>
            </a:r>
            <a:br/>
            <a:r>
              <a:t>Respiratory Rate: 15</a:t>
            </a:r>
            <a:br/>
            <a:r>
              <a:t>O2 Saturation: 95%</a:t>
            </a:r>
            <a:br/>
            <a:r>
              <a:t>Weight: 183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Anthony Moyer, DO</a:t>
            </a:r>
            <a:br/>
            <a:r>
              <a:t>Specialty: Neurology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