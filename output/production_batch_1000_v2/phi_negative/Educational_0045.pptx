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Diabetes Management Guidelines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South Bradley Hospital</a:t>
            </a:r>
          </a:p>
          <a:p>
            <a:r>
              <a:t>Clinical Education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 2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Key Points:</a:t>
            </a:r>
          </a:p>
          <a:p>
            <a:pPr lvl="1">
              <a:defRPr sz="1600"/>
            </a:pPr>
            <a:r>
              <a:t>Prevalence: Affects approximately 34 million Americans</a:t>
            </a:r>
          </a:p>
          <a:p>
            <a:pPr lvl="1">
              <a:defRPr sz="1600"/>
            </a:pPr>
            <a:r>
              <a:t>Risk Factors: Obesity, sedentary lifestyle, family history</a:t>
            </a:r>
          </a:p>
          <a:p>
            <a:pPr lvl="1">
              <a:defRPr sz="1600"/>
            </a:pPr>
            <a:r>
              <a:t>Complications: Cardiovascular disease, neuropathy, nephropathy</a:t>
            </a:r>
          </a:p>
          <a:p>
            <a:pPr lvl="1">
              <a:defRPr sz="1600"/>
            </a:pPr>
            <a:r>
              <a:t>Management: Lifestyle modification + medication as needed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Treatment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/>
            </a:pPr>
            <a:r>
              <a:t>Step-wise Approach:</a:t>
            </a:r>
          </a:p>
          <a:p>
            <a:pPr lvl="1">
              <a:defRPr sz="1600"/>
            </a:pPr>
            <a:r>
              <a:t>Step 1: Lifestyle modifications (diet, exercise)</a:t>
            </a:r>
          </a:p>
          <a:p>
            <a:pPr lvl="1">
              <a:defRPr sz="1600"/>
            </a:pPr>
            <a:r>
              <a:t>Step 2: Metformin as first-line medication</a:t>
            </a:r>
          </a:p>
          <a:p>
            <a:pPr lvl="1">
              <a:defRPr sz="1600"/>
            </a:pPr>
            <a:r>
              <a:t>Step 3: Add second agent if A1C &gt; 7%</a:t>
            </a:r>
          </a:p>
          <a:p>
            <a:pPr lvl="1">
              <a:defRPr sz="1600"/>
            </a:pPr>
            <a:r>
              <a:t>Step 4: Consider insulin for A1C &gt; 9%</a:t>
            </a:r>
          </a:p>
          <a:p>
            <a:pPr lvl="1">
              <a:defRPr sz="1600"/>
            </a:pPr>
            <a:r>
              <a:t>Regular monitoring: A1C every 3 months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Laboratory Monitoring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Hemoglobin A1C: Every 3 months</a:t>
            </a:r>
            <a:br/>
            <a:r>
              <a:t>Lipid Panel: Annually</a:t>
            </a:r>
            <a:br/>
            <a:r>
              <a:t>Kidney Function: Annually</a:t>
            </a:r>
            <a:br/>
            <a:r>
              <a:t>Retinal Exam: Annually</a:t>
            </a:r>
            <a:br/>
            <a:r>
              <a:t>Foot Exam: Each visit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Early detection and comprehensive management improve outcomes.</a:t>
            </a:r>
            <a:br/>
            <a:br/>
            <a:r>
              <a:t>Multidisciplinary approach recommended:</a:t>
            </a:r>
            <a:br/>
            <a:r>
              <a:t>Primary care, endocrinology, nutrition, ophthalmology</a:t>
            </a:r>
          </a:p>
          <a:p>
            <a:br/>
            <a:br/>
            <a:pPr>
              <a:defRPr sz="1200" i="1"/>
            </a:pPr>
            <a:r>
              <a:t>South Bradley Hospital Clinical Guidelines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