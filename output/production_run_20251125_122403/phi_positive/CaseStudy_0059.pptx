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Sarahland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Sabrina Dougherty</a:t>
            </a:r>
            <a:br/>
            <a:r>
              <a:t>MRN: MRN417315</a:t>
            </a:r>
            <a:br/>
            <a:r>
              <a:t>DOB: 07/13/1949 (Age: 76)</a:t>
            </a:r>
            <a:br/>
            <a:r>
              <a:t>Contact: 001-801-324-2114x3874 / rebeccawells@example.org</a:t>
            </a:r>
            <a:br/>
            <a:r>
              <a:t>Address: 4645 Jennifer Trail, Mitchellchester, VT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115/76 mmHg</a:t>
            </a:r>
            <a:br/>
            <a:r>
              <a:t>Heart Rate: 90 bpm</a:t>
            </a:r>
            <a:br/>
            <a:r>
              <a:t>Temperature: 97.3°F</a:t>
            </a:r>
            <a:br/>
            <a:r>
              <a:t>Respiratory Rate: 15</a:t>
            </a:r>
            <a:br/>
            <a:r>
              <a:t>O2 Saturation: 99%</a:t>
            </a:r>
            <a:br/>
            <a:r>
              <a:t>Weight: 223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Dana Cooper, MD</a:t>
            </a:r>
            <a:br/>
            <a:r>
              <a:t>Specialty: Endocrinology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