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Archerport Health System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Ann Reeves</a:t>
            </a:r>
            <a:br/>
            <a:r>
              <a:t>MRN: MRN675216</a:t>
            </a:r>
            <a:br/>
            <a:r>
              <a:t>DOB: 12/01/1981 (Age: 43)</a:t>
            </a:r>
            <a:br/>
            <a:r>
              <a:t>Contact: 277-777-4977 / martingrant@example.net</a:t>
            </a:r>
            <a:br/>
            <a:r>
              <a:t>Address: 284 Tyler Square Apt. 235, Lake Jamesshire, 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pPr lvl="1">
              <a:defRPr sz="1400"/>
            </a:pPr>
            <a:r>
              <a:t>• Major Depressive Disorder (ICD-10: F33.1)</a:t>
            </a:r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Losartan 50mg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130/77 mmHg</a:t>
            </a:r>
            <a:br/>
            <a:r>
              <a:t>Heart Rate: 80 bpm</a:t>
            </a:r>
            <a:br/>
            <a:r>
              <a:t>Temperature: 97.4°F</a:t>
            </a:r>
            <a:br/>
            <a:r>
              <a:t>Respiratory Rate: 15</a:t>
            </a:r>
            <a:br/>
            <a:r>
              <a:t>O2 Saturation: 97%</a:t>
            </a:r>
            <a:br/>
            <a:r>
              <a:t>Weight: 244 lbs</a:t>
            </a:r>
            <a:br/>
            <a:r>
              <a:t>Height: 70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Shawn Salinas, PA</a:t>
            </a:r>
            <a:br/>
            <a:r>
              <a:t>Specialty: Pulmonology</a:t>
            </a:r>
            <a:br/>
            <a:br/>
            <a:r>
              <a:t>Primary diagnosis: Chronic Obstructive Pulmonary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