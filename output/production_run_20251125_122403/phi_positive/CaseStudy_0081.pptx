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Ryanview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Patricia Flowers</a:t>
            </a:r>
            <a:br/>
            <a:r>
              <a:t>MRN: MRN132245</a:t>
            </a:r>
            <a:br/>
            <a:r>
              <a:t>DOB: 10/29/1932 (Age: 93)</a:t>
            </a:r>
            <a:br/>
            <a:r>
              <a:t>Contact: (683)593-7815x2206 / cboyd@example.org</a:t>
            </a:r>
            <a:br/>
            <a:r>
              <a:t>Address: 8861 Evan Flat Apt. 024, Lake Davidshire,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133/89 mmHg</a:t>
            </a:r>
            <a:br/>
            <a:r>
              <a:t>Heart Rate: 83 bpm</a:t>
            </a:r>
            <a:br/>
            <a:r>
              <a:t>Temperature: 98.1°F</a:t>
            </a:r>
            <a:br/>
            <a:r>
              <a:t>Respiratory Rate: 20</a:t>
            </a:r>
            <a:br/>
            <a:r>
              <a:t>O2 Saturation: 97%</a:t>
            </a:r>
            <a:br/>
            <a:r>
              <a:t>Weight: 267 lbs</a:t>
            </a:r>
            <a:br/>
            <a:r>
              <a:t>Height: 63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James Freeman, NP</a:t>
            </a:r>
            <a:br/>
            <a:r>
              <a:t>Specialty: Pulmonology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