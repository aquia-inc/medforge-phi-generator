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Clarkshire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Kimberly Williams</a:t>
            </a:r>
            <a:br/>
            <a:r>
              <a:t>MRN: MRN218749</a:t>
            </a:r>
            <a:br/>
            <a:r>
              <a:t>DOB: 04/13/1983 (Age: 42)</a:t>
            </a:r>
            <a:br/>
            <a:r>
              <a:t>Contact: 626-291-3803x66097 / qbender@example.com</a:t>
            </a:r>
            <a:br/>
            <a:r>
              <a:t>Address: 24708 Smith Mountain Apt. 483, Atkinsonborough,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132/90 mmHg</a:t>
            </a:r>
            <a:br/>
            <a:r>
              <a:t>Heart Rate: 64 bpm</a:t>
            </a:r>
            <a:br/>
            <a:r>
              <a:t>Temperature: 97.8°F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206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Katherine Mosley, MD</a:t>
            </a:r>
            <a:br/>
            <a:r>
              <a:t>Specialty: Endocrinology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