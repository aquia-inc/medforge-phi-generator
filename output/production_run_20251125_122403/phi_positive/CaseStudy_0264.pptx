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Colleenview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Robin Thomas</a:t>
            </a:r>
            <a:br/>
            <a:r>
              <a:t>MRN: MRN434157</a:t>
            </a:r>
            <a:br/>
            <a:r>
              <a:t>DOB: 05/17/1942 (Age: 83)</a:t>
            </a:r>
            <a:br/>
            <a:r>
              <a:t>Contact: 306.394.5709x587 / cassandra16@example.org</a:t>
            </a:r>
            <a:br/>
            <a:r>
              <a:t>Address: 393 Joyce Junction, New Danielleport,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118/73 mmHg</a:t>
            </a:r>
            <a:br/>
            <a:r>
              <a:t>Heart Rate: 74 bpm</a:t>
            </a:r>
            <a:br/>
            <a:r>
              <a:t>Temperature: 99.3°F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137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Jorge Santiago, DO</a:t>
            </a:r>
            <a:br/>
            <a:r>
              <a:t>Specialty: Orthopedics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