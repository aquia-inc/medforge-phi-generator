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Lisafurt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Troy Campbell</a:t>
            </a:r>
            <a:br/>
            <a:r>
              <a:t>MRN: MRN231883</a:t>
            </a:r>
            <a:br/>
            <a:r>
              <a:t>DOB: 05/27/1979 (Age: 46)</a:t>
            </a:r>
            <a:br/>
            <a:r>
              <a:t>Contact: 5436286456 / iwheeler@example.com</a:t>
            </a:r>
            <a:br/>
            <a:r>
              <a:t>Address: 2803 Coleman Manor Suite 252, Floydberg,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150/89 mmHg</a:t>
            </a:r>
            <a:br/>
            <a:r>
              <a:t>Heart Rate: 92 bpm</a:t>
            </a:r>
            <a:br/>
            <a:r>
              <a:t>Temperature: 97.0°F</a:t>
            </a:r>
            <a:br/>
            <a:r>
              <a:t>Respiratory Rate: 17</a:t>
            </a:r>
            <a:br/>
            <a:r>
              <a:t>O2 Saturation: 95%</a:t>
            </a:r>
            <a:br/>
            <a:r>
              <a:t>Weight: 261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Sarah Gallegos, DO</a:t>
            </a:r>
            <a:br/>
            <a:r>
              <a:t>Specialty: Family Medicine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