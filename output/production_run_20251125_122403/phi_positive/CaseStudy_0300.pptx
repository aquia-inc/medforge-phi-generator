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Adamstown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Mejia</a:t>
            </a:r>
            <a:br/>
            <a:r>
              <a:t>MRN: MRN821204</a:t>
            </a:r>
            <a:br/>
            <a:r>
              <a:t>DOB: 04/23/2002 (Age: 23)</a:t>
            </a:r>
            <a:br/>
            <a:r>
              <a:t>Contact: 001-435-332-0635x93288 / kevin32@example.org</a:t>
            </a:r>
            <a:br/>
            <a:r>
              <a:t>Address: 73248 Jennifer Crescent, Lake Michael, 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148/93 mmHg</a:t>
            </a:r>
            <a:br/>
            <a:r>
              <a:t>Heart Rate: 86 bpm</a:t>
            </a:r>
            <a:br/>
            <a:r>
              <a:t>Temperature: 98.4°F</a:t>
            </a:r>
            <a:br/>
            <a:r>
              <a:t>Respiratory Rate: 20</a:t>
            </a:r>
            <a:br/>
            <a:r>
              <a:t>O2 Saturation: 96%</a:t>
            </a:r>
            <a:br/>
            <a:r>
              <a:t>Weight: 262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Rhonda Contreras, PA</a:t>
            </a:r>
            <a:br/>
            <a:r>
              <a:t>Specialty: Neurology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