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Courtneyhaven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Phillip Dunn</a:t>
            </a:r>
            <a:br/>
            <a:r>
              <a:t>MRN: MRN309818</a:t>
            </a:r>
            <a:br/>
            <a:r>
              <a:t>DOB: 08/20/1968 (Age: 57)</a:t>
            </a:r>
            <a:br/>
            <a:r>
              <a:t>Contact: 469.988.6072 / hansonbobby@example.com</a:t>
            </a:r>
            <a:br/>
            <a:r>
              <a:t>Address: 69196 Wilcox Lights, Kingchester,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136/76 mmHg</a:t>
            </a:r>
            <a:br/>
            <a:r>
              <a:t>Heart Rate: 85 bpm</a:t>
            </a:r>
            <a:br/>
            <a:r>
              <a:t>Temperature: 98.4°F</a:t>
            </a:r>
            <a:br/>
            <a:r>
              <a:t>Respiratory Rate: 18</a:t>
            </a:r>
            <a:br/>
            <a:r>
              <a:t>O2 Saturation: 95%</a:t>
            </a:r>
            <a:br/>
            <a:r>
              <a:t>Weight: 181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Michael Black, PA</a:t>
            </a:r>
            <a:br/>
            <a:r>
              <a:t>Specialty: Endocrinology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