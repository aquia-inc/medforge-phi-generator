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Sarahmouth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Stephanie Love</a:t>
            </a:r>
            <a:br/>
            <a:r>
              <a:t>MRN: MRN483025</a:t>
            </a:r>
            <a:br/>
            <a:r>
              <a:t>DOB: 10/19/1987 (Age: 38)</a:t>
            </a:r>
            <a:br/>
            <a:r>
              <a:t>Contact: 794.843.4697 / jamesmartinez@example.org</a:t>
            </a:r>
            <a:br/>
            <a:r>
              <a:t>Address: 458 Powell Springs Suite 745, Jamesside,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125/95 mmHg</a:t>
            </a:r>
            <a:br/>
            <a:r>
              <a:t>Heart Rate: 96 bpm</a:t>
            </a:r>
            <a:br/>
            <a:r>
              <a:t>Temperature: 98.2°F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251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Joseph Bennett, MD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