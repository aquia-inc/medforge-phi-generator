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Jennifermouth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Richard Chapman</a:t>
            </a:r>
            <a:br/>
            <a:r>
              <a:t>MRN: MRN201242</a:t>
            </a:r>
            <a:br/>
            <a:r>
              <a:t>DOB: 05/29/1990 (Age: 35)</a:t>
            </a:r>
            <a:br/>
            <a:r>
              <a:t>Contact: 217-575-4223x56784 / shawnmaxwell@example.com</a:t>
            </a:r>
            <a:br/>
            <a:r>
              <a:t>Address: 9103 Carpenter Lodge, Garciaton, MH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159/88 mmHg</a:t>
            </a:r>
            <a:br/>
            <a:r>
              <a:t>Heart Rate: 89 bpm</a:t>
            </a:r>
            <a:br/>
            <a:r>
              <a:t>Temperature: 99.4°F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199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Devin Williams, NP</a:t>
            </a:r>
            <a:br/>
            <a:r>
              <a:t>Specialty: Psychiatry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