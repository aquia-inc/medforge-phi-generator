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Terrancemouth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Tony King</a:t>
            </a:r>
            <a:br/>
            <a:r>
              <a:t>MRN: MRN932462</a:t>
            </a:r>
            <a:br/>
            <a:r>
              <a:t>DOB: 12/03/1979 (Age: 45)</a:t>
            </a:r>
            <a:br/>
            <a:r>
              <a:t>Contact: 405-374-0976 / kathymorris@example.com</a:t>
            </a:r>
            <a:br/>
            <a:r>
              <a:t>Address: 289 Cynthia Gardens, Port Dianachester,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121/74 mmHg</a:t>
            </a:r>
            <a:br/>
            <a:r>
              <a:t>Heart Rate: 100 bpm</a:t>
            </a:r>
            <a:br/>
            <a:r>
              <a:t>Temperature: 99.0°F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253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Jeffrey Ramirez, NP</a:t>
            </a:r>
            <a:br/>
            <a:r>
              <a:t>Specialty: Endocrinology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