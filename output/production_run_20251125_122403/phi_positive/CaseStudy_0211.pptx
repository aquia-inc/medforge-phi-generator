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Dianeview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Eddie Taylor</a:t>
            </a:r>
            <a:br/>
            <a:r>
              <a:t>MRN: MRN294380</a:t>
            </a:r>
            <a:br/>
            <a:r>
              <a:t>DOB: 12/26/1966 (Age: 58)</a:t>
            </a:r>
            <a:br/>
            <a:r>
              <a:t>Contact: 345-642-9786x3273 / christian14@example.com</a:t>
            </a:r>
            <a:br/>
            <a:r>
              <a:t>Address: 99158 Alexander Rest, Murphyland, 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123/76 mmHg</a:t>
            </a:r>
            <a:br/>
            <a:r>
              <a:t>Heart Rate: 88 bpm</a:t>
            </a:r>
            <a:br/>
            <a:r>
              <a:t>Temperature: 99.4°F</a:t>
            </a:r>
            <a:br/>
            <a:r>
              <a:t>Respiratory Rate: 20</a:t>
            </a:r>
            <a:br/>
            <a:r>
              <a:t>O2 Saturation: 97%</a:t>
            </a:r>
            <a:br/>
            <a:r>
              <a:t>Weight: 257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Johnathan Thomas, MD</a:t>
            </a:r>
            <a:br/>
            <a:r>
              <a:t>Specialty: Neurology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