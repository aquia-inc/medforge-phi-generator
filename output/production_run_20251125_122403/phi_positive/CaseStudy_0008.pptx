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Brittany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Maxwell Shaw</a:t>
            </a:r>
            <a:br/>
            <a:r>
              <a:t>MRN: MRN112332</a:t>
            </a:r>
            <a:br/>
            <a:r>
              <a:t>DOB: 03/17/1939 (Age: 86)</a:t>
            </a:r>
            <a:br/>
            <a:r>
              <a:t>Contact: 590-890-9886x133 / ksharp@example.net</a:t>
            </a:r>
            <a:br/>
            <a:r>
              <a:t>Address: 6862 Luke Plains Suite 301, South Scott,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114/83 mmHg</a:t>
            </a:r>
            <a:br/>
            <a:r>
              <a:t>Heart Rate: 74 bpm</a:t>
            </a:r>
            <a:br/>
            <a:r>
              <a:t>Temperature: 98.3°F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156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Guy Coleman, NP</a:t>
            </a:r>
            <a:br/>
            <a:r>
              <a:t>Specialty: Orthopedics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