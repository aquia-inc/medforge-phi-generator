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Tammyfurt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Matthew Thompson</a:t>
            </a:r>
            <a:br/>
            <a:r>
              <a:t>MRN: MRN363299</a:t>
            </a:r>
            <a:br/>
            <a:r>
              <a:t>DOB: 05/18/1997 (Age: 28)</a:t>
            </a:r>
            <a:br/>
            <a:r>
              <a:t>Contact: 305-377-5889 / ralphboyd@example.com</a:t>
            </a:r>
            <a:br/>
            <a:r>
              <a:t>Address: 8332 Steven Mission Suite 110, North Emilyview,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150/70 mmHg</a:t>
            </a:r>
            <a:br/>
            <a:r>
              <a:t>Heart Rate: 83 bpm</a:t>
            </a:r>
            <a:br/>
            <a:r>
              <a:t>Temperature: 98.1°F</a:t>
            </a:r>
            <a:br/>
            <a:r>
              <a:t>Respiratory Rate: 16</a:t>
            </a:r>
            <a:br/>
            <a:r>
              <a:t>O2 Saturation: 100%</a:t>
            </a:r>
            <a:br/>
            <a:r>
              <a:t>Weight: 184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Megan Sparks, MD</a:t>
            </a:r>
            <a:br/>
            <a:r>
              <a:t>Specialty: Orthopedics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