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Jessica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Gerald West</a:t>
            </a:r>
            <a:br/>
            <a:r>
              <a:t>MRN: MRN818034</a:t>
            </a:r>
            <a:br/>
            <a:r>
              <a:t>DOB: 11/13/1984 (Age: 41)</a:t>
            </a:r>
            <a:br/>
            <a:r>
              <a:t>Contact: 2524947023 / ericawatkins@example.net</a:t>
            </a:r>
            <a:br/>
            <a:r>
              <a:t>Address: 54811 English Mountain, Andreabury, 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Gabapentin 300mg three times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120/73 mmHg</a:t>
            </a:r>
            <a:br/>
            <a:r>
              <a:t>Heart Rate: 78 bpm</a:t>
            </a:r>
            <a:br/>
            <a:r>
              <a:t>Temperature: 98.1°F</a:t>
            </a:r>
            <a:br/>
            <a:r>
              <a:t>Respiratory Rate: 17</a:t>
            </a:r>
            <a:br/>
            <a:r>
              <a:t>O2 Saturation: 98%</a:t>
            </a:r>
            <a:br/>
            <a:r>
              <a:t>Weight: 250 lbs</a:t>
            </a:r>
            <a:br/>
            <a:r>
              <a:t>Height: 67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Alex George, PA</a:t>
            </a:r>
            <a:br/>
            <a:r>
              <a:t>Specialty: Family Medicine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