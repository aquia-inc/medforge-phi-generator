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Chambersside Regional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Charles Oliver</a:t>
            </a:r>
            <a:br/>
            <a:r>
              <a:t>MRN: MRN154511</a:t>
            </a:r>
            <a:br/>
            <a:r>
              <a:t>DOB: 11/04/1957 (Age: 68)</a:t>
            </a:r>
            <a:br/>
            <a:r>
              <a:t>Contact: (210)741-2527x8690 / loweryjoshua@example.com</a:t>
            </a:r>
            <a:br/>
            <a:r>
              <a:t>Address: 62789 Moore Mountain Apt. 259, East Javierside, RI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Type 2 Diabetes Mellitus (ICD-10: E11.9)</a:t>
            </a:r>
          </a:p>
          <a:p>
            <a:pPr lvl="1">
              <a:defRPr sz="1400"/>
            </a:pPr>
            <a:r>
              <a:t>• Chronic Obstructive Pulmonary Disease (ICD-10: J44.9)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Amlodipine 5mg daily</a:t>
            </a:r>
          </a:p>
          <a:p>
            <a:pPr lvl="1">
              <a:defRPr sz="1400"/>
            </a:pPr>
            <a:r>
              <a:t>• Gabapentin 300mg three times daily</a:t>
            </a:r>
          </a:p>
          <a:p>
            <a:pPr lvl="1">
              <a:defRPr sz="1400"/>
            </a:pPr>
            <a:r>
              <a:t>• Omeprazole 20mg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152/77 mmHg</a:t>
            </a:r>
            <a:br/>
            <a:r>
              <a:t>Heart Rate: 79 bpm</a:t>
            </a:r>
            <a:br/>
            <a:r>
              <a:t>Temperature: 98.6°F</a:t>
            </a:r>
            <a:br/>
            <a:r>
              <a:t>Respiratory Rate: 15</a:t>
            </a:r>
            <a:br/>
            <a:r>
              <a:t>O2 Saturation: 97%</a:t>
            </a:r>
            <a:br/>
            <a:r>
              <a:t>Weight: 205 lbs</a:t>
            </a:r>
            <a:br/>
            <a:r>
              <a:t>Height: 70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Kevin Nguyen, MD</a:t>
            </a:r>
            <a:br/>
            <a:r>
              <a:t>Specialty: Gastroenterology</a:t>
            </a:r>
            <a:br/>
            <a:br/>
            <a:r>
              <a:t>Primary diagnosis: Type 2 Diabetes Mellitus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