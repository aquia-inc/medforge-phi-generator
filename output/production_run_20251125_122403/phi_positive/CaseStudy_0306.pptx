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East Tyler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Jennifer Duarte</a:t>
            </a:r>
            <a:br/>
            <a:r>
              <a:t>MRN: MRN398463</a:t>
            </a:r>
            <a:br/>
            <a:r>
              <a:t>DOB: 01/06/1949 (Age: 76)</a:t>
            </a:r>
            <a:br/>
            <a:r>
              <a:t>Contact: 817-948-8442x649 / santanajennifer@example.org</a:t>
            </a:r>
            <a:br/>
            <a:r>
              <a:t>Address: 8526 Johnson Throughway, Lesliehaven, WV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Metoprolol 25mg twice daily</a:t>
            </a:r>
          </a:p>
          <a:p>
            <a:pPr lvl="1">
              <a:defRPr sz="1400"/>
            </a:pPr>
            <a:r>
              <a:t>• Amlodipine 5mg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154/72 mmHg</a:t>
            </a:r>
            <a:br/>
            <a:r>
              <a:t>Heart Rate: 100 bpm</a:t>
            </a:r>
            <a:br/>
            <a:r>
              <a:t>Temperature: 97.7°F</a:t>
            </a:r>
            <a:br/>
            <a:r>
              <a:t>Respiratory Rate: 16</a:t>
            </a:r>
            <a:br/>
            <a:r>
              <a:t>O2 Saturation: 98%</a:t>
            </a:r>
            <a:br/>
            <a:r>
              <a:t>Weight: 131 lbs</a:t>
            </a:r>
            <a:br/>
            <a:r>
              <a:t>Height: 67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Audrey Hodges, DO</a:t>
            </a:r>
            <a:br/>
            <a:r>
              <a:t>Specialty: Gastroenterology</a:t>
            </a:r>
            <a:br/>
            <a:br/>
            <a:r>
              <a:t>Primary diagnosis: Essential Hypertension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