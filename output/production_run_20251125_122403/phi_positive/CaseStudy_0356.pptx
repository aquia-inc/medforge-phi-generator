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Mcbrideborough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Gabrielle Hernandez</a:t>
            </a:r>
            <a:br/>
            <a:r>
              <a:t>MRN: MRN490720</a:t>
            </a:r>
            <a:br/>
            <a:r>
              <a:t>DOB: 03/16/1951 (Age: 74)</a:t>
            </a:r>
            <a:br/>
            <a:r>
              <a:t>Contact: (894)572-1774 / lmyers@example.org</a:t>
            </a:r>
            <a:br/>
            <a:r>
              <a:t>Address: 334 Karen Loaf Apt. 944, Heatherstad, 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142/87 mmHg</a:t>
            </a:r>
            <a:br/>
            <a:r>
              <a:t>Heart Rate: 82 bpm</a:t>
            </a:r>
            <a:br/>
            <a:r>
              <a:t>Temperature: 98.9°F</a:t>
            </a:r>
            <a:br/>
            <a:r>
              <a:t>Respiratory Rate: 15</a:t>
            </a:r>
            <a:br/>
            <a:r>
              <a:t>O2 Saturation: 99%</a:t>
            </a:r>
            <a:br/>
            <a:r>
              <a:t>Weight: 138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Daniel Reed, PA</a:t>
            </a:r>
            <a:br/>
            <a:r>
              <a:t>Specialty: Psychiatry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