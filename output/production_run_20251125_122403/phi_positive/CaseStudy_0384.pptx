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Michellefort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Tara Jones</a:t>
            </a:r>
            <a:br/>
            <a:r>
              <a:t>MRN: MRN410240</a:t>
            </a:r>
            <a:br/>
            <a:r>
              <a:t>DOB: 05/22/2000 (Age: 25)</a:t>
            </a:r>
            <a:br/>
            <a:r>
              <a:t>Contact: 294-721-2902x86424 / villegasjose@example.com</a:t>
            </a:r>
            <a:br/>
            <a:r>
              <a:t>Address: 5457 Cardenas Green, Lake Joshua, 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124/92 mmHg</a:t>
            </a:r>
            <a:br/>
            <a:r>
              <a:t>Heart Rate: 76 bpm</a:t>
            </a:r>
            <a:br/>
            <a:r>
              <a:t>Temperature: 98.7°F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165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Teresa Smith, PA</a:t>
            </a:r>
            <a:br/>
            <a:r>
              <a:t>Specialty: Orthopedics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