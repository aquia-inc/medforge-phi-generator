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Erinport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Laura Ali</a:t>
            </a:r>
            <a:br/>
            <a:r>
              <a:t>MRN: MRN692437</a:t>
            </a:r>
            <a:br/>
            <a:r>
              <a:t>DOB: 05/25/1945 (Age: 80)</a:t>
            </a:r>
            <a:br/>
            <a:r>
              <a:t>Contact: +1-596-460-1419 / enguyen@example.com</a:t>
            </a:r>
            <a:br/>
            <a:r>
              <a:t>Address: 2513 Howell Squares Suite 108, Vasquezborough,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110/85 mmHg</a:t>
            </a:r>
            <a:br/>
            <a:r>
              <a:t>Heart Rate: 65 bpm</a:t>
            </a:r>
            <a:br/>
            <a:r>
              <a:t>Temperature: 98.2°F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212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Angela Miller, NP</a:t>
            </a:r>
            <a:br/>
            <a:r>
              <a:t>Specialty: Cardiology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