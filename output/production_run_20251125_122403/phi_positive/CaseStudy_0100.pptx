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East Peterside Health System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Gina Simpson</a:t>
            </a:r>
            <a:br/>
            <a:r>
              <a:t>MRN: MRN606868</a:t>
            </a:r>
            <a:br/>
            <a:r>
              <a:t>DOB: 04/26/1973 (Age: 52)</a:t>
            </a:r>
            <a:br/>
            <a:r>
              <a:t>Contact: 404.602.3989x06053 / edwardskenneth@example.net</a:t>
            </a:r>
            <a:br/>
            <a:r>
              <a:t>Address: 9186 Gregory Pike, North Joseph, SD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Gastroesophageal Reflux Disease (ICD-10: K21.9)</a:t>
            </a:r>
          </a:p>
          <a:p>
            <a:pPr lvl="1">
              <a:defRPr sz="1400"/>
            </a:pPr>
            <a:r>
              <a:t>• Hyperlipidemia (ICD-10: E78.5)</a:t>
            </a:r>
          </a:p>
          <a:p>
            <a:pPr lvl="1">
              <a:defRPr sz="1400"/>
            </a:pPr>
            <a:r>
              <a:t>• Chronic Obstructive Pulmonary Disease (ICD-10: J44.9)</a:t>
            </a:r>
          </a:p>
          <a:p>
            <a:pPr lvl="1">
              <a:defRPr sz="1400"/>
            </a:pPr>
            <a:r>
              <a:t>• Coronary Artery Disease (ICD-10: I25.10)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Losartan 50mg daily</a:t>
            </a:r>
          </a:p>
          <a:p>
            <a:pPr lvl="1">
              <a:defRPr sz="1400"/>
            </a:pPr>
            <a:r>
              <a:t>• Atorvastatin 20mg daily</a:t>
            </a:r>
          </a:p>
          <a:p>
            <a:pPr lvl="1">
              <a:defRPr sz="1400"/>
            </a:pPr>
            <a:r>
              <a:t>• Metoprolol 25mg twice daily</a:t>
            </a:r>
          </a:p>
          <a:p>
            <a:pPr lvl="1">
              <a:defRPr sz="1400"/>
            </a:pPr>
            <a:r>
              <a:t>• Metformin 500mg twice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134/93 mmHg</a:t>
            </a:r>
            <a:br/>
            <a:r>
              <a:t>Heart Rate: 70 bpm</a:t>
            </a:r>
            <a:br/>
            <a:r>
              <a:t>Temperature: 99.4°F</a:t>
            </a:r>
            <a:br/>
            <a:r>
              <a:t>Respiratory Rate: 20</a:t>
            </a:r>
            <a:br/>
            <a:r>
              <a:t>O2 Saturation: 99%</a:t>
            </a:r>
            <a:br/>
            <a:r>
              <a:t>Weight: 226 lbs</a:t>
            </a:r>
            <a:br/>
            <a:r>
              <a:t>Height: 75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Megan Vega, PA</a:t>
            </a:r>
            <a:br/>
            <a:r>
              <a:t>Specialty: Pulmonology</a:t>
            </a:r>
            <a:br/>
            <a:br/>
            <a:r>
              <a:t>Primary diagnosis: Gastroesophageal Reflux Disease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