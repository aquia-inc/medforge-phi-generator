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Pattersonchester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Kyle Thompson</a:t>
            </a:r>
            <a:br/>
            <a:r>
              <a:t>MRN: MRN216586</a:t>
            </a:r>
            <a:br/>
            <a:r>
              <a:t>DOB: 07/20/1974 (Age: 51)</a:t>
            </a:r>
            <a:br/>
            <a:r>
              <a:t>Contact: 001-892-973-9418x836 / brianbowman@example.com</a:t>
            </a:r>
            <a:br/>
            <a:r>
              <a:t>Address: 306 Shirley Vista Suite 908, Ambershire, NV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129/94 mmHg</a:t>
            </a:r>
            <a:br/>
            <a:r>
              <a:t>Heart Rate: 84 bpm</a:t>
            </a:r>
            <a:br/>
            <a:r>
              <a:t>Temperature: 98.6°F</a:t>
            </a:r>
            <a:br/>
            <a:r>
              <a:t>Respiratory Rate: 18</a:t>
            </a:r>
            <a:br/>
            <a:r>
              <a:t>O2 Saturation: 98%</a:t>
            </a:r>
            <a:br/>
            <a:r>
              <a:t>Weight: 137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Rebecca Ramirez, PA</a:t>
            </a:r>
            <a:br/>
            <a:r>
              <a:t>Specialty: Neurology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