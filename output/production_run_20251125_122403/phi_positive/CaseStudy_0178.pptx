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Walshport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Hector Ramirez</a:t>
            </a:r>
            <a:br/>
            <a:r>
              <a:t>MRN: MRN371464</a:t>
            </a:r>
            <a:br/>
            <a:r>
              <a:t>DOB: 02/21/1940 (Age: 85)</a:t>
            </a:r>
            <a:br/>
            <a:r>
              <a:t>Contact: (306)754-5122x9316 / dennis84@example.com</a:t>
            </a:r>
            <a:br/>
            <a:r>
              <a:t>Address: 763 John Prairie, Kathyborough, 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123/92 mmHg</a:t>
            </a:r>
            <a:br/>
            <a:r>
              <a:t>Heart Rate: 63 bpm</a:t>
            </a:r>
            <a:br/>
            <a:r>
              <a:t>Temperature: 97.3°F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274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Hannah Berg, DO</a:t>
            </a:r>
            <a:br/>
            <a:r>
              <a:t>Specialty: Pulmonology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