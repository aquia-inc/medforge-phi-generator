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Scottstad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Cassandra Hudson</a:t>
            </a:r>
            <a:br/>
            <a:r>
              <a:t>MRN: MRN960409</a:t>
            </a:r>
            <a:br/>
            <a:r>
              <a:t>DOB: 01/02/1950 (Age: 75)</a:t>
            </a:r>
            <a:br/>
            <a:r>
              <a:t>Contact: 001-849-205-2683x991 / richarddiaz@example.org</a:t>
            </a:r>
            <a:br/>
            <a:r>
              <a:t>Address: 6003 Sheppard Manor, Jonesside, GU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138/94 mmHg</a:t>
            </a:r>
            <a:br/>
            <a:r>
              <a:t>Heart Rate: 70 bpm</a:t>
            </a:r>
            <a:br/>
            <a:r>
              <a:t>Temperature: 97.6°F</a:t>
            </a:r>
            <a:br/>
            <a:r>
              <a:t>Respiratory Rate: 12</a:t>
            </a:r>
            <a:br/>
            <a:r>
              <a:t>O2 Saturation: 99%</a:t>
            </a:r>
            <a:br/>
            <a:r>
              <a:t>Weight: 238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Catherine Keith, PA</a:t>
            </a:r>
            <a:br/>
            <a:r>
              <a:t>Specialty: Psychiatry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