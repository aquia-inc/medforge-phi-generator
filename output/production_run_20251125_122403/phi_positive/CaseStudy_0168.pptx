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Dustinstad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Dean Nelson</a:t>
            </a:r>
            <a:br/>
            <a:r>
              <a:t>MRN: MRN745163</a:t>
            </a:r>
            <a:br/>
            <a:r>
              <a:t>DOB: 06/17/2001 (Age: 24)</a:t>
            </a:r>
            <a:br/>
            <a:r>
              <a:t>Contact: 847-363-6995 / graydaniel@example.net</a:t>
            </a:r>
            <a:br/>
            <a:r>
              <a:t>Address: 7231 Holland Forest Suite 715, New Edwardside, MO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Major Depressive Disorder (ICD-10: F33.1)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128/94 mmHg</a:t>
            </a:r>
            <a:br/>
            <a:r>
              <a:t>Heart Rate: 90 bpm</a:t>
            </a:r>
            <a:br/>
            <a:r>
              <a:t>Temperature: 97.7°F</a:t>
            </a:r>
            <a:br/>
            <a:r>
              <a:t>Respiratory Rate: 13</a:t>
            </a:r>
            <a:br/>
            <a:r>
              <a:t>O2 Saturation: 95%</a:t>
            </a:r>
            <a:br/>
            <a:r>
              <a:t>Weight: 189 lbs</a:t>
            </a:r>
            <a:br/>
            <a:r>
              <a:t>Height: 65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Jessica Robertson, PA</a:t>
            </a:r>
            <a:br/>
            <a:r>
              <a:t>Specialty: Psychiatry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