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Davidmouth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Chelsea Jennings</a:t>
            </a:r>
            <a:br/>
            <a:r>
              <a:t>MRN: MRN527449</a:t>
            </a:r>
            <a:br/>
            <a:r>
              <a:t>DOB: 03/11/1979 (Age: 46)</a:t>
            </a:r>
            <a:br/>
            <a:r>
              <a:t>Contact: (388)389-5792x2160 / parkkaitlin@example.net</a:t>
            </a:r>
            <a:br/>
            <a:r>
              <a:t>Address: 35350 Autumn Light, Lake Christopherfort,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111/73 mmHg</a:t>
            </a:r>
            <a:br/>
            <a:r>
              <a:t>Heart Rate: 89 bpm</a:t>
            </a:r>
            <a:br/>
            <a:r>
              <a:t>Temperature: 99.2°F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238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Derrick Howell, MD</a:t>
            </a:r>
            <a:br/>
            <a:r>
              <a:t>Specialty: Orthopedics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