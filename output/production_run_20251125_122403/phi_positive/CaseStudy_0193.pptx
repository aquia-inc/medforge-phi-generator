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Suzannefort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Robert Shaw</a:t>
            </a:r>
            <a:br/>
            <a:r>
              <a:t>MRN: MRN540936</a:t>
            </a:r>
            <a:br/>
            <a:r>
              <a:t>DOB: 01/23/1945 (Age: 80)</a:t>
            </a:r>
            <a:br/>
            <a:r>
              <a:t>Contact: 001-844-735-2509x5516 / burkedavid@example.com</a:t>
            </a:r>
            <a:br/>
            <a:r>
              <a:t>Address: 76884 Beck Fork, New Garyshire, 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110/81 mmHg</a:t>
            </a:r>
            <a:br/>
            <a:r>
              <a:t>Heart Rate: 65 bpm</a:t>
            </a:r>
            <a:br/>
            <a:r>
              <a:t>Temperature: 97.3°F</a:t>
            </a:r>
            <a:br/>
            <a:r>
              <a:t>Respiratory Rate: 12</a:t>
            </a:r>
            <a:br/>
            <a:r>
              <a:t>O2 Saturation: 95%</a:t>
            </a:r>
            <a:br/>
            <a:r>
              <a:t>Weight: 280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Wendy Williams, MD</a:t>
            </a:r>
            <a:br/>
            <a:r>
              <a:t>Specialty: Psychiatry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