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Deborahfurt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Dustin Franklin</a:t>
            </a:r>
            <a:br/>
            <a:r>
              <a:t>MRN: MRN644399</a:t>
            </a:r>
            <a:br/>
            <a:r>
              <a:t>DOB: 03/27/1987 (Age: 38)</a:t>
            </a:r>
            <a:br/>
            <a:r>
              <a:t>Contact: 001-596-635-1228x1216 / jeffreymoody@example.org</a:t>
            </a:r>
            <a:br/>
            <a:r>
              <a:t>Address: 714 Clark Summit Suite 495, Port Ericchester, NJ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158/78 mmHg</a:t>
            </a:r>
            <a:br/>
            <a:r>
              <a:t>Heart Rate: 84 bpm</a:t>
            </a:r>
            <a:br/>
            <a:r>
              <a:t>Temperature: 99.0°F</a:t>
            </a:r>
            <a:br/>
            <a:r>
              <a:t>Respiratory Rate: 17</a:t>
            </a:r>
            <a:br/>
            <a:r>
              <a:t>O2 Saturation: 99%</a:t>
            </a:r>
            <a:br/>
            <a:r>
              <a:t>Weight: 192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Zachary Wilson, PA</a:t>
            </a:r>
            <a:br/>
            <a:r>
              <a:t>Specialty: Cardiology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