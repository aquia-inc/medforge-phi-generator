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Richardside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Joshua Marshall</a:t>
            </a:r>
            <a:br/>
            <a:r>
              <a:t>MRN: MRN130479</a:t>
            </a:r>
            <a:br/>
            <a:r>
              <a:t>DOB: 05/14/1974 (Age: 51)</a:t>
            </a:r>
            <a:br/>
            <a:r>
              <a:t>Contact: 969-550-8125 / osharp@example.net</a:t>
            </a:r>
            <a:br/>
            <a:r>
              <a:t>Address: 012 Thompson Trail, Nicholeburgh,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130/94 mmHg</a:t>
            </a:r>
            <a:br/>
            <a:r>
              <a:t>Heart Rate: 73 bpm</a:t>
            </a:r>
            <a:br/>
            <a:r>
              <a:t>Temperature: 97.6°F</a:t>
            </a:r>
            <a:br/>
            <a:r>
              <a:t>Respiratory Rate: 19</a:t>
            </a:r>
            <a:br/>
            <a:r>
              <a:t>O2 Saturation: 96%</a:t>
            </a:r>
            <a:br/>
            <a:r>
              <a:t>Weight: 247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Molly Adams, DO</a:t>
            </a:r>
            <a:br/>
            <a:r>
              <a:t>Specialty: Internal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