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Estradabury Regional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Paul Barrett</a:t>
            </a:r>
            <a:br/>
            <a:r>
              <a:t>MRN: MRN180528</a:t>
            </a:r>
            <a:br/>
            <a:r>
              <a:t>DOB: 03/02/1933 (Age: 92)</a:t>
            </a:r>
            <a:br/>
            <a:r>
              <a:t>Contact: (657)574-5874x247 / cunninghamdavid@example.net</a:t>
            </a:r>
            <a:br/>
            <a:r>
              <a:t>Address: 44659 Perry Summit, Port Matthew, DC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Chronic Obstructive Pulmonary Disease (ICD-10: J44.9)</a:t>
            </a:r>
          </a:p>
          <a:p>
            <a:pPr lvl="1">
              <a:defRPr sz="1400"/>
            </a:pPr>
            <a:r>
              <a:t>• Major Depressive Disorder (ICD-10: F33.1)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Lisinopril 10mg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113/92 mmHg</a:t>
            </a:r>
            <a:br/>
            <a:r>
              <a:t>Heart Rate: 88 bpm</a:t>
            </a:r>
            <a:br/>
            <a:r>
              <a:t>Temperature: 97.8°F</a:t>
            </a:r>
            <a:br/>
            <a:r>
              <a:t>Respiratory Rate: 17</a:t>
            </a:r>
            <a:br/>
            <a:r>
              <a:t>O2 Saturation: 98%</a:t>
            </a:r>
            <a:br/>
            <a:r>
              <a:t>Weight: 141 lbs</a:t>
            </a:r>
            <a:br/>
            <a:r>
              <a:t>Height: 70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Mary Nelson, NP</a:t>
            </a:r>
            <a:br/>
            <a:r>
              <a:t>Specialty: Cardiology</a:t>
            </a:r>
            <a:br/>
            <a:br/>
            <a:r>
              <a:t>Primary diagnosis: Chronic Obstructive Pulmonary Disease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