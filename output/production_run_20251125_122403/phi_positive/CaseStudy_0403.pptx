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Jonathan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Jared Morales</a:t>
            </a:r>
            <a:br/>
            <a:r>
              <a:t>MRN: MRN550224</a:t>
            </a:r>
            <a:br/>
            <a:r>
              <a:t>DOB: 04/19/1980 (Age: 45)</a:t>
            </a:r>
            <a:br/>
            <a:r>
              <a:t>Contact: 720.726.6465x14115 / tannerandre@example.com</a:t>
            </a:r>
            <a:br/>
            <a:r>
              <a:t>Address: 37687 Wright Prairie, Lake Kylefort, WI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Losartan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111/87 mmHg</a:t>
            </a:r>
            <a:br/>
            <a:r>
              <a:t>Heart Rate: 68 bpm</a:t>
            </a:r>
            <a:br/>
            <a:r>
              <a:t>Temperature: 98.5°F</a:t>
            </a:r>
            <a:br/>
            <a:r>
              <a:t>Respiratory Rate: 19</a:t>
            </a:r>
            <a:br/>
            <a:r>
              <a:t>O2 Saturation: 98%</a:t>
            </a:r>
            <a:br/>
            <a:r>
              <a:t>Weight: 230 lbs</a:t>
            </a:r>
            <a:br/>
            <a:r>
              <a:t>Height: 66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Laura James, PA</a:t>
            </a:r>
            <a:br/>
            <a:r>
              <a:t>Specialty: Endocrinology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