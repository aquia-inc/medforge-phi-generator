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Ruthfurt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King</a:t>
            </a:r>
            <a:br/>
            <a:r>
              <a:t>MRN: MRN967688</a:t>
            </a:r>
            <a:br/>
            <a:r>
              <a:t>DOB: 11/24/1974 (Age: 51)</a:t>
            </a:r>
            <a:br/>
            <a:r>
              <a:t>Contact: 001-504-819-5678 / laurenscott@example.com</a:t>
            </a:r>
            <a:br/>
            <a:r>
              <a:t>Address: 691 Moore Pine Apt. 666, Kellyberg,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124/85 mmHg</a:t>
            </a:r>
            <a:br/>
            <a:r>
              <a:t>Heart Rate: 77 bpm</a:t>
            </a:r>
            <a:br/>
            <a:r>
              <a:t>Temperature: 97.3°F</a:t>
            </a:r>
            <a:br/>
            <a:r>
              <a:t>Respiratory Rate: 20</a:t>
            </a:r>
            <a:br/>
            <a:r>
              <a:t>O2 Saturation: 97%</a:t>
            </a:r>
            <a:br/>
            <a:r>
              <a:t>Weight: 252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Mark Floyd, NP</a:t>
            </a:r>
            <a:br/>
            <a:r>
              <a:t>Specialty: Cardiology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