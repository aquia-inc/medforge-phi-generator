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Kathryn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Ricky Li</a:t>
            </a:r>
            <a:br/>
            <a:r>
              <a:t>MRN: MRN107171</a:t>
            </a:r>
            <a:br/>
            <a:r>
              <a:t>DOB: 01/15/1936 (Age: 89)</a:t>
            </a:r>
            <a:br/>
            <a:r>
              <a:t>Contact: 001-366-936-6657x35270 / bobbywalker@example.org</a:t>
            </a:r>
            <a:br/>
            <a:r>
              <a:t>Address: 568 Karen Pike Apt. 185, New Erichaven, 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155/73 mmHg</a:t>
            </a:r>
            <a:br/>
            <a:r>
              <a:t>Heart Rate: 81 bpm</a:t>
            </a:r>
            <a:br/>
            <a:r>
              <a:t>Temperature: 98.1°F</a:t>
            </a:r>
            <a:br/>
            <a:r>
              <a:t>Respiratory Rate: 20</a:t>
            </a:r>
            <a:br/>
            <a:r>
              <a:t>O2 Saturation: 95%</a:t>
            </a:r>
            <a:br/>
            <a:r>
              <a:t>Weight: 156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Amanda Rodriguez, DO</a:t>
            </a:r>
            <a:br/>
            <a:r>
              <a:t>Specialty: Psychiatry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