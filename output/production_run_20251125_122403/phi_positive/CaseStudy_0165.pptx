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Castillomouth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Kyle Edwards</a:t>
            </a:r>
            <a:br/>
            <a:r>
              <a:t>MRN: MRN314021</a:t>
            </a:r>
            <a:br/>
            <a:r>
              <a:t>DOB: 03/30/1950 (Age: 75)</a:t>
            </a:r>
            <a:br/>
            <a:r>
              <a:t>Contact: +1-582-273-1883x550 / rebecca26@example.com</a:t>
            </a:r>
            <a:br/>
            <a:r>
              <a:t>Address: 9675 Foster Motorway, Jameshaven,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117/87 mmHg</a:t>
            </a:r>
            <a:br/>
            <a:r>
              <a:t>Heart Rate: 85 bpm</a:t>
            </a:r>
            <a:br/>
            <a:r>
              <a:t>Temperature: 98.1°F</a:t>
            </a:r>
            <a:br/>
            <a:r>
              <a:t>Respiratory Rate: 19</a:t>
            </a:r>
            <a:br/>
            <a:r>
              <a:t>O2 Saturation: 98%</a:t>
            </a:r>
            <a:br/>
            <a:r>
              <a:t>Weight: 178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Laura Moran, MD</a:t>
            </a:r>
            <a:br/>
            <a:r>
              <a:t>Specialty: Cardiology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