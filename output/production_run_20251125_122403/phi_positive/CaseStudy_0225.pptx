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Pamelashire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Victoria Martinez</a:t>
            </a:r>
            <a:br/>
            <a:r>
              <a:t>MRN: MRN746364</a:t>
            </a:r>
            <a:br/>
            <a:r>
              <a:t>DOB: 03/24/1966 (Age: 59)</a:t>
            </a:r>
            <a:br/>
            <a:r>
              <a:t>Contact: +1-668-612-7074x8310 / taylor95@example.org</a:t>
            </a:r>
            <a:br/>
            <a:r>
              <a:t>Address: 133 Greene Island Suite 331, Brookeshire, 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137/79 mmHg</a:t>
            </a:r>
            <a:br/>
            <a:r>
              <a:t>Heart Rate: 64 bpm</a:t>
            </a:r>
            <a:br/>
            <a:r>
              <a:t>Temperature: 98.8°F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140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Stephanie Adams, PA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