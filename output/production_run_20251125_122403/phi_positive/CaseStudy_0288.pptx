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Michael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Paul Brewer</a:t>
            </a:r>
            <a:br/>
            <a:r>
              <a:t>MRN: MRN940226</a:t>
            </a:r>
            <a:br/>
            <a:r>
              <a:t>DOB: 04/05/1963 (Age: 62)</a:t>
            </a:r>
            <a:br/>
            <a:r>
              <a:t>Contact: 818.839.3109x96106 / eparsons@example.org</a:t>
            </a:r>
            <a:br/>
            <a:r>
              <a:t>Address: 742 Parker View, West Jacqueline,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138/80 mmHg</a:t>
            </a:r>
            <a:br/>
            <a:r>
              <a:t>Heart Rate: 100 bpm</a:t>
            </a:r>
            <a:br/>
            <a:r>
              <a:t>Temperature: 97.8°F</a:t>
            </a:r>
            <a:br/>
            <a:r>
              <a:t>Respiratory Rate: 14</a:t>
            </a:r>
            <a:br/>
            <a:r>
              <a:t>O2 Saturation: 98%</a:t>
            </a:r>
            <a:br/>
            <a:r>
              <a:t>Weight: 155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John Jones, DO</a:t>
            </a:r>
            <a:br/>
            <a:r>
              <a:t>Specialty: Nephrology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