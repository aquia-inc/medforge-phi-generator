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Georgeside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Katelyn Serrano</a:t>
            </a:r>
            <a:br/>
            <a:r>
              <a:t>MRN: MRN397148</a:t>
            </a:r>
            <a:br/>
            <a:r>
              <a:t>DOB: 01/16/1980 (Age: 45)</a:t>
            </a:r>
            <a:br/>
            <a:r>
              <a:t>Contact: 625-258-3441x9684 / butlerdebra@example.net</a:t>
            </a:r>
            <a:br/>
            <a:r>
              <a:t>Address: 288 Melanie Flats Apt. 716, Beckberg,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152/95 mmHg</a:t>
            </a:r>
            <a:br/>
            <a:r>
              <a:t>Heart Rate: 83 bpm</a:t>
            </a:r>
            <a:br/>
            <a:r>
              <a:t>Temperature: 98.7°F</a:t>
            </a:r>
            <a:br/>
            <a:r>
              <a:t>Respiratory Rate: 17</a:t>
            </a:r>
            <a:br/>
            <a:r>
              <a:t>O2 Saturation: 100%</a:t>
            </a:r>
            <a:br/>
            <a:r>
              <a:t>Weight: 153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Valerie Smith, NP</a:t>
            </a:r>
            <a:br/>
            <a:r>
              <a:t>Specialty: Gastroenterology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