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Jennifertown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Blake Harper</a:t>
            </a:r>
            <a:br/>
            <a:r>
              <a:t>MRN: MRN508695</a:t>
            </a:r>
            <a:br/>
            <a:r>
              <a:t>DOB: 11/08/1953 (Age: 72)</a:t>
            </a:r>
            <a:br/>
            <a:r>
              <a:t>Contact: 501-962-4799 / franklinjuan@example.net</a:t>
            </a:r>
            <a:br/>
            <a:r>
              <a:t>Address: 232 Houston Curve Apt. 038, North Petermouth, FL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Levothyroxine 50mcg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158/74 mmHg</a:t>
            </a:r>
            <a:br/>
            <a:r>
              <a:t>Heart Rate: 94 bpm</a:t>
            </a:r>
            <a:br/>
            <a:r>
              <a:t>Temperature: 98.0°F</a:t>
            </a:r>
            <a:br/>
            <a:r>
              <a:t>Respiratory Rate: 20</a:t>
            </a:r>
            <a:br/>
            <a:r>
              <a:t>O2 Saturation: 98%</a:t>
            </a:r>
            <a:br/>
            <a:r>
              <a:t>Weight: 217 lbs</a:t>
            </a:r>
            <a:br/>
            <a:r>
              <a:t>Height: 73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Kevin Owens, DO</a:t>
            </a:r>
            <a:br/>
            <a:r>
              <a:t>Specialty: Neurology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