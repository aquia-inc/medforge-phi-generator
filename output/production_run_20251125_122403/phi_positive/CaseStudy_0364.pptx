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Fosterfurt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Colin Lucas</a:t>
            </a:r>
            <a:br/>
            <a:r>
              <a:t>MRN: MRN765203</a:t>
            </a:r>
            <a:br/>
            <a:r>
              <a:t>DOB: 11/10/1942 (Age: 83)</a:t>
            </a:r>
            <a:br/>
            <a:r>
              <a:t>Contact: 352.503.9805 / jeffrey93@example.net</a:t>
            </a:r>
            <a:br/>
            <a:r>
              <a:t>Address: 97302 Holmes Isle Apt. 064, Georgemouth, 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156/83 mmHg</a:t>
            </a:r>
            <a:br/>
            <a:r>
              <a:t>Heart Rate: 94 bpm</a:t>
            </a:r>
            <a:br/>
            <a:r>
              <a:t>Temperature: 97.6°F</a:t>
            </a:r>
            <a:br/>
            <a:r>
              <a:t>Respiratory Rate: 15</a:t>
            </a:r>
            <a:br/>
            <a:r>
              <a:t>O2 Saturation: 97%</a:t>
            </a:r>
            <a:br/>
            <a:r>
              <a:t>Weight: 216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Jennifer Velez, DO</a:t>
            </a:r>
            <a:br/>
            <a:r>
              <a:t>Specialty: Cardiology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