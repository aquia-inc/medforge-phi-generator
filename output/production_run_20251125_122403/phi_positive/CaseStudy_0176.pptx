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Michaelburgh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Kevin Nguyen</a:t>
            </a:r>
            <a:br/>
            <a:r>
              <a:t>MRN: MRN910862</a:t>
            </a:r>
            <a:br/>
            <a:r>
              <a:t>DOB: 09/10/1962 (Age: 63)</a:t>
            </a:r>
            <a:br/>
            <a:r>
              <a:t>Contact: 245-712-9667x431 / feliciamaldonado@example.com</a:t>
            </a:r>
            <a:br/>
            <a:r>
              <a:t>Address: 42274 Shawna Squares Apt. 075, Port Stevenshire, 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110/75 mmHg</a:t>
            </a:r>
            <a:br/>
            <a:r>
              <a:t>Heart Rate: 94 bpm</a:t>
            </a:r>
            <a:br/>
            <a:r>
              <a:t>Temperature: 98.7°F</a:t>
            </a:r>
            <a:br/>
            <a:r>
              <a:t>Respiratory Rate: 19</a:t>
            </a:r>
            <a:br/>
            <a:r>
              <a:t>O2 Saturation: 99%</a:t>
            </a:r>
            <a:br/>
            <a:r>
              <a:t>Weight: 172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David Mann, MD</a:t>
            </a:r>
            <a:br/>
            <a:r>
              <a:t>Specialty: Family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