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Wagnerborough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Victoria Garcia</a:t>
            </a:r>
            <a:br/>
            <a:r>
              <a:t>MRN: MRN519996</a:t>
            </a:r>
            <a:br/>
            <a:r>
              <a:t>DOB: 07/07/1943 (Age: 82)</a:t>
            </a:r>
            <a:br/>
            <a:r>
              <a:t>Contact: 001-651-904-9900x46403 / robinsontimothy@example.com</a:t>
            </a:r>
            <a:br/>
            <a:r>
              <a:t>Address: 31462 Lawrence Pike, New Paulmouth, 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128/76 mmHg</a:t>
            </a:r>
            <a:br/>
            <a:r>
              <a:t>Heart Rate: 65 bpm</a:t>
            </a:r>
            <a:br/>
            <a:r>
              <a:t>Temperature: 98.9°F</a:t>
            </a:r>
            <a:br/>
            <a:r>
              <a:t>Respiratory Rate: 12</a:t>
            </a:r>
            <a:br/>
            <a:r>
              <a:t>O2 Saturation: 95%</a:t>
            </a:r>
            <a:br/>
            <a:r>
              <a:t>Weight: 247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Erika Martinez, DO</a:t>
            </a:r>
            <a:br/>
            <a:r>
              <a:t>Specialty: Internal Medicine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