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Brittanyhaven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Anthony Tyler</a:t>
            </a:r>
            <a:br/>
            <a:r>
              <a:t>MRN: MRN653400</a:t>
            </a:r>
            <a:br/>
            <a:r>
              <a:t>DOB: 05/25/1976 (Age: 49)</a:t>
            </a:r>
            <a:br/>
            <a:r>
              <a:t>Contact: +1-786-476-8690x13004 / johnmathews@example.com</a:t>
            </a:r>
            <a:br/>
            <a:r>
              <a:t>Address: 13611 James Islands, East Ian, WA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131/81 mmHg</a:t>
            </a:r>
            <a:br/>
            <a:r>
              <a:t>Heart Rate: 99 bpm</a:t>
            </a:r>
            <a:br/>
            <a:r>
              <a:t>Temperature: 97.6°F</a:t>
            </a:r>
            <a:br/>
            <a:r>
              <a:t>Respiratory Rate: 15</a:t>
            </a:r>
            <a:br/>
            <a:r>
              <a:t>O2 Saturation: 97%</a:t>
            </a:r>
            <a:br/>
            <a:r>
              <a:t>Weight: 221 lbs</a:t>
            </a:r>
            <a:br/>
            <a:r>
              <a:t>Height: 63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Michele Stanley, DO</a:t>
            </a:r>
            <a:br/>
            <a:r>
              <a:t>Specialty: Cardiology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