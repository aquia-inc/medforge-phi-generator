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Daniel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Jesse Manning</a:t>
            </a:r>
            <a:br/>
            <a:r>
              <a:t>MRN: MRN850476</a:t>
            </a:r>
            <a:br/>
            <a:r>
              <a:t>DOB: 04/05/1969 (Age: 56)</a:t>
            </a:r>
            <a:br/>
            <a:r>
              <a:t>Contact: 803-349-1406x6646 / jgreene@example.org</a:t>
            </a:r>
            <a:br/>
            <a:r>
              <a:t>Address: 1761 Moreno Wells, South Richardside, 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156/89 mmHg</a:t>
            </a:r>
            <a:br/>
            <a:r>
              <a:t>Heart Rate: 68 bpm</a:t>
            </a:r>
            <a:br/>
            <a:r>
              <a:t>Temperature: 97.2°F</a:t>
            </a:r>
            <a:br/>
            <a:r>
              <a:t>Respiratory Rate: 15</a:t>
            </a:r>
            <a:br/>
            <a:r>
              <a:t>O2 Saturation: 100%</a:t>
            </a:r>
            <a:br/>
            <a:r>
              <a:t>Weight: 160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William Mullins, DO</a:t>
            </a:r>
            <a:br/>
            <a:r>
              <a:t>Specialty: Gastroenterology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