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Rebeccaland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Deborah Peterson</a:t>
            </a:r>
            <a:br/>
            <a:r>
              <a:t>MRN: MRN936876</a:t>
            </a:r>
            <a:br/>
            <a:r>
              <a:t>DOB: 08/24/1999 (Age: 26)</a:t>
            </a:r>
            <a:br/>
            <a:r>
              <a:t>Contact: 286.388.0876 / ramirezdaniel@example.org</a:t>
            </a:r>
            <a:br/>
            <a:r>
              <a:t>Address: 68065 Khan Light, West Jeremiahland, 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154/94 mmHg</a:t>
            </a:r>
            <a:br/>
            <a:r>
              <a:t>Heart Rate: 72 bpm</a:t>
            </a:r>
            <a:br/>
            <a:r>
              <a:t>Temperature: 98.7°F</a:t>
            </a:r>
            <a:br/>
            <a:r>
              <a:t>Respiratory Rate: 19</a:t>
            </a:r>
            <a:br/>
            <a:r>
              <a:t>O2 Saturation: 97%</a:t>
            </a:r>
            <a:br/>
            <a:r>
              <a:t>Weight: 257 lbs</a:t>
            </a:r>
            <a:br/>
            <a:r>
              <a:t>Height: 62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Kelly Taylor, PA</a:t>
            </a:r>
            <a:br/>
            <a:r>
              <a:t>Specialty: Pulmonology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