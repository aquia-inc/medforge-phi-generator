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Joshualand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Patricia Dennis</a:t>
            </a:r>
            <a:br/>
            <a:r>
              <a:t>MRN: MRN555643</a:t>
            </a:r>
            <a:br/>
            <a:r>
              <a:t>DOB: 04/29/1975 (Age: 50)</a:t>
            </a:r>
            <a:br/>
            <a:r>
              <a:t>Contact: (750)412-9374 / mullinsjoseph@example.net</a:t>
            </a:r>
            <a:br/>
            <a:r>
              <a:t>Address: 93470 Adams Oval Suite 411, Anthonyville,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110/85 mmHg</a:t>
            </a:r>
            <a:br/>
            <a:r>
              <a:t>Heart Rate: 82 bpm</a:t>
            </a:r>
            <a:br/>
            <a:r>
              <a:t>Temperature: 99.0°F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132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 Meyer, MD</a:t>
            </a:r>
            <a:br/>
            <a:r>
              <a:t>Specialty: Family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