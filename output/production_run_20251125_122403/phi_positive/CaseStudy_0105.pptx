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Duaneshire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Chad King</a:t>
            </a:r>
            <a:br/>
            <a:r>
              <a:t>MRN: MRN289394</a:t>
            </a:r>
            <a:br/>
            <a:r>
              <a:t>DOB: 02/04/1953 (Age: 72)</a:t>
            </a:r>
            <a:br/>
            <a:r>
              <a:t>Contact: 583.782.9847x50159 / smithvictor@example.org</a:t>
            </a:r>
            <a:br/>
            <a:r>
              <a:t>Address: 0351 Powell Pike, South Johnfurt,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138/82 mmHg</a:t>
            </a:r>
            <a:br/>
            <a:r>
              <a:t>Heart Rate: 77 bpm</a:t>
            </a:r>
            <a:br/>
            <a:r>
              <a:t>Temperature: 97.2°F</a:t>
            </a:r>
            <a:br/>
            <a:r>
              <a:t>Respiratory Rate: 14</a:t>
            </a:r>
            <a:br/>
            <a:r>
              <a:t>O2 Saturation: 95%</a:t>
            </a:r>
            <a:br/>
            <a:r>
              <a:t>Weight: 143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Todd Washington, DO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