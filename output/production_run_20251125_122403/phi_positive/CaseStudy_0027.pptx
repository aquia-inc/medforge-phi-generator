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Weavermouth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Jessica Chapman</a:t>
            </a:r>
            <a:br/>
            <a:r>
              <a:t>MRN: MRN472617</a:t>
            </a:r>
            <a:br/>
            <a:r>
              <a:t>DOB: 06/10/1997 (Age: 28)</a:t>
            </a:r>
            <a:br/>
            <a:r>
              <a:t>Contact: 635-954-6984x40476 / nelsonandrea@example.com</a:t>
            </a:r>
            <a:br/>
            <a:r>
              <a:t>Address: 1181 Sandra Roads, Bakerberg, 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143/73 mmHg</a:t>
            </a:r>
            <a:br/>
            <a:r>
              <a:t>Heart Rate: 99 bpm</a:t>
            </a:r>
            <a:br/>
            <a:r>
              <a:t>Temperature: 97.3°F</a:t>
            </a:r>
            <a:br/>
            <a:r>
              <a:t>Respiratory Rate: 14</a:t>
            </a:r>
            <a:br/>
            <a:r>
              <a:t>O2 Saturation: 96%</a:t>
            </a:r>
            <a:br/>
            <a:r>
              <a:t>Weight: 132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Edward Fox, NP</a:t>
            </a:r>
            <a:br/>
            <a:r>
              <a:t>Specialty: Psychiatry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