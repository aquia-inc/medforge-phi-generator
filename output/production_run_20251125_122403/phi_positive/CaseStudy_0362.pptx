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Morrisonchester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Laura Winters</a:t>
            </a:r>
            <a:br/>
            <a:r>
              <a:t>MRN: MRN615791</a:t>
            </a:r>
            <a:br/>
            <a:r>
              <a:t>DOB: 07/06/1984 (Age: 41)</a:t>
            </a:r>
            <a:br/>
            <a:r>
              <a:t>Contact: 001-381-662-4291 / jessicarogers@example.com</a:t>
            </a:r>
            <a:br/>
            <a:r>
              <a:t>Address: 120 Jennifer Branch, South Sharon, 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134/85 mmHg</a:t>
            </a:r>
            <a:br/>
            <a:r>
              <a:t>Heart Rate: 72 bpm</a:t>
            </a:r>
            <a:br/>
            <a:r>
              <a:t>Temperature: 97.1°F</a:t>
            </a:r>
            <a:br/>
            <a:r>
              <a:t>Respiratory Rate: 19</a:t>
            </a:r>
            <a:br/>
            <a:r>
              <a:t>O2 Saturation: 98%</a:t>
            </a:r>
            <a:br/>
            <a:r>
              <a:t>Weight: 208 lbs</a:t>
            </a:r>
            <a:br/>
            <a:r>
              <a:t>Height: 61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Jennifer Flynn, DO</a:t>
            </a:r>
            <a:br/>
            <a:r>
              <a:t>Specialty: Endocrinology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