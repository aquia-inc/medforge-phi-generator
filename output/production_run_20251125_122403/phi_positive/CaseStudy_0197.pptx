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Alyssa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Christine Rose</a:t>
            </a:r>
            <a:br/>
            <a:r>
              <a:t>MRN: MRN493364</a:t>
            </a:r>
            <a:br/>
            <a:r>
              <a:t>DOB: 10/01/2006 (Age: 19)</a:t>
            </a:r>
            <a:br/>
            <a:r>
              <a:t>Contact: 001-728-638-8193x8157 / whitedaniel@example.net</a:t>
            </a:r>
            <a:br/>
            <a:r>
              <a:t>Address: 6035 Gina Garden, Ruizberg,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142/73 mmHg</a:t>
            </a:r>
            <a:br/>
            <a:r>
              <a:t>Heart Rate: 62 bpm</a:t>
            </a:r>
            <a:br/>
            <a:r>
              <a:t>Temperature: 98.1°F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266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Kaitlyn Moore, MD</a:t>
            </a:r>
            <a:br/>
            <a:r>
              <a:t>Specialty: Cardiology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