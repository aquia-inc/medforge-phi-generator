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New Victorland Regional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Vincent Hansen</a:t>
            </a:r>
            <a:br/>
            <a:r>
              <a:t>MRN: MRN299478</a:t>
            </a:r>
            <a:br/>
            <a:r>
              <a:t>DOB: 05/31/1990 (Age: 35)</a:t>
            </a:r>
            <a:br/>
            <a:r>
              <a:t>Contact: +1-571-528-7442 / gschneider@example.com</a:t>
            </a:r>
            <a:br/>
            <a:r>
              <a:t>Address: 262 Miller Brook, Holmesberg, GA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Chronic Kidney Disease, Stage 3 (ICD-10: N18.3)</a:t>
            </a:r>
          </a:p>
          <a:p>
            <a:pPr lvl="1">
              <a:defRPr sz="1400"/>
            </a:pPr>
            <a:r>
              <a:t>• Hyperlipidemia (ICD-10: E78.5)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Amlodipine 5mg daily</a:t>
            </a:r>
          </a:p>
          <a:p>
            <a:pPr lvl="1">
              <a:defRPr sz="1400"/>
            </a:pPr>
            <a:r>
              <a:t>• Lisinopril 10mg daily</a:t>
            </a:r>
          </a:p>
          <a:p>
            <a:pPr lvl="1">
              <a:defRPr sz="1400"/>
            </a:pPr>
            <a:r>
              <a:t>• Gabapentin 300mg three times daily</a:t>
            </a:r>
          </a:p>
          <a:p>
            <a:pPr lvl="1">
              <a:defRPr sz="1400"/>
            </a:pPr>
            <a:r>
              <a:t>• Losartan 50mg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134/75 mmHg</a:t>
            </a:r>
            <a:br/>
            <a:r>
              <a:t>Heart Rate: 67 bpm</a:t>
            </a:r>
            <a:br/>
            <a:r>
              <a:t>Temperature: 98.6°F</a:t>
            </a:r>
            <a:br/>
            <a:r>
              <a:t>Respiratory Rate: 12</a:t>
            </a:r>
            <a:br/>
            <a:r>
              <a:t>O2 Saturation: 97%</a:t>
            </a:r>
            <a:br/>
            <a:r>
              <a:t>Weight: 121 lbs</a:t>
            </a:r>
            <a:br/>
            <a:r>
              <a:t>Height: 69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Maria Dyer, DO</a:t>
            </a:r>
            <a:br/>
            <a:r>
              <a:t>Specialty: Orthopedics</a:t>
            </a:r>
            <a:br/>
            <a:br/>
            <a:r>
              <a:t>Primary diagnosis: Chronic Kidney Disease, Stage 3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