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Brookschester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Anna Deleon</a:t>
            </a:r>
            <a:br/>
            <a:r>
              <a:t>MRN: MRN749669</a:t>
            </a:r>
            <a:br/>
            <a:r>
              <a:t>DOB: 11/10/2004 (Age: 21)</a:t>
            </a:r>
            <a:br/>
            <a:r>
              <a:t>Contact: 921-247-2744x50216 / kristin11@example.net</a:t>
            </a:r>
            <a:br/>
            <a:r>
              <a:t>Address: 881 Cox Grove Suite 971, South Jennifer,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118/75 mmHg</a:t>
            </a:r>
            <a:br/>
            <a:r>
              <a:t>Heart Rate: 99 bpm</a:t>
            </a:r>
            <a:br/>
            <a:r>
              <a:t>Temperature: 98.7°F</a:t>
            </a:r>
            <a:br/>
            <a:r>
              <a:t>Respiratory Rate: 20</a:t>
            </a:r>
            <a:br/>
            <a:r>
              <a:t>O2 Saturation: 98%</a:t>
            </a:r>
            <a:br/>
            <a:r>
              <a:t>Weight: 186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Brianna Willis, MD</a:t>
            </a:r>
            <a:br/>
            <a:r>
              <a:t>Specialty: Cardiology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