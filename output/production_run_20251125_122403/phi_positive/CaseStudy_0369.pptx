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Millerton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John Waters</a:t>
            </a:r>
            <a:br/>
            <a:r>
              <a:t>MRN: MRN943453</a:t>
            </a:r>
            <a:br/>
            <a:r>
              <a:t>DOB: 10/14/1936 (Age: 89)</a:t>
            </a:r>
            <a:br/>
            <a:r>
              <a:t>Contact: 001-361-575-6885x93798 / martinezscott@example.net</a:t>
            </a:r>
            <a:br/>
            <a:r>
              <a:t>Address: 11162 Browning Circle, West Cassandraborough, NJ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154/89 mmHg</a:t>
            </a:r>
            <a:br/>
            <a:r>
              <a:t>Heart Rate: 65 bpm</a:t>
            </a:r>
            <a:br/>
            <a:r>
              <a:t>Temperature: 98.9°F</a:t>
            </a:r>
            <a:br/>
            <a:r>
              <a:t>Respiratory Rate: 16</a:t>
            </a:r>
            <a:br/>
            <a:r>
              <a:t>O2 Saturation: 99%</a:t>
            </a:r>
            <a:br/>
            <a:r>
              <a:t>Weight: 222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Rebecca Bryan, PA</a:t>
            </a:r>
            <a:br/>
            <a:r>
              <a:t>Specialty: Neurology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