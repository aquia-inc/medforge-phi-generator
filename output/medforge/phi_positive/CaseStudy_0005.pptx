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Juanburgh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Kenneth Brooks</a:t>
            </a:r>
            <a:br/>
            <a:r>
              <a:t>MRN: MRN606101</a:t>
            </a:r>
            <a:br/>
            <a:r>
              <a:t>DOB: 08/28/1982 (Age: 43)</a:t>
            </a:r>
            <a:br/>
            <a:r>
              <a:t>Contact: (338)419-1855x0060 / teresa18@example.org</a:t>
            </a:r>
            <a:br/>
            <a:r>
              <a:t>Address: 3854 Dunn Branch, Gonzalesmouth, VT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120/87 mmHg</a:t>
            </a:r>
            <a:br/>
            <a:r>
              <a:t>Heart Rate: 61 bpm</a:t>
            </a:r>
            <a:br/>
            <a:r>
              <a:t>Temperature: 99.3°F</a:t>
            </a:r>
            <a:br/>
            <a:r>
              <a:t>Respiratory Rate: 20</a:t>
            </a:r>
            <a:br/>
            <a:r>
              <a:t>O2 Saturation: 95%</a:t>
            </a:r>
            <a:br/>
            <a:r>
              <a:t>Weight: 182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Victor Hartman, MD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