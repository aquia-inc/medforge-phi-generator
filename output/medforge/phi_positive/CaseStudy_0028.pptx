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Steven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Heather Rogers</a:t>
            </a:r>
            <a:br/>
            <a:r>
              <a:t>MRN: MRN380685</a:t>
            </a:r>
            <a:br/>
            <a:r>
              <a:t>DOB: 07/30/1995 (Age: 30)</a:t>
            </a:r>
            <a:br/>
            <a:r>
              <a:t>Contact: +1-477-694-2957x449 / adrienne43@example.org</a:t>
            </a:r>
            <a:br/>
            <a:r>
              <a:t>Address: 751 Megan Isle Suite 166, Perkinsshire, FM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Gastroesophageal Reflux Disease (ICD-10: K21.9)</a:t>
            </a:r>
          </a:p>
          <a:p>
            <a:pPr lvl="1">
              <a:defRPr sz="1400"/>
            </a:pPr>
            <a:r>
              <a:t>• Coronary Artery Disease (ICD-10: I25.10)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122/93 mmHg</a:t>
            </a:r>
            <a:br/>
            <a:r>
              <a:t>Heart Rate: 61 bpm</a:t>
            </a:r>
            <a:br/>
            <a:r>
              <a:t>Temperature: 98.6°F</a:t>
            </a:r>
            <a:br/>
            <a:r>
              <a:t>Respiratory Rate: 14</a:t>
            </a:r>
            <a:br/>
            <a:r>
              <a:t>O2 Saturation: 96%</a:t>
            </a:r>
            <a:br/>
            <a:r>
              <a:t>Weight: 189 lbs</a:t>
            </a:r>
            <a:br/>
            <a:r>
              <a:t>Height: 73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Larry Soto, NP</a:t>
            </a:r>
            <a:br/>
            <a:r>
              <a:t>Specialty: Nephrology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