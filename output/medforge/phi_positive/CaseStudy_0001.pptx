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Wanda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Kevin Harrell</a:t>
            </a:r>
            <a:br/>
            <a:r>
              <a:t>MRN: MRN825659</a:t>
            </a:r>
            <a:br/>
            <a:r>
              <a:t>DOB: 04/13/1971 (Age: 54)</a:t>
            </a:r>
            <a:br/>
            <a:r>
              <a:t>Contact: 244-911-4891x3733 / ecole@example.net</a:t>
            </a:r>
            <a:br/>
            <a:r>
              <a:t>Address: 47283 Clark Stream, Stephenview, 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157/85 mmHg</a:t>
            </a:r>
            <a:br/>
            <a:r>
              <a:t>Heart Rate: 63 bpm</a:t>
            </a:r>
            <a:br/>
            <a:r>
              <a:t>Temperature: 97.6°F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253 lbs</a:t>
            </a:r>
            <a:br/>
            <a:r>
              <a:t>Height: 72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Chad Schroeder, PA</a:t>
            </a:r>
            <a:br/>
            <a:r>
              <a:t>Specialty: Neurology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