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Clinical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East Christy Clinic</a:t>
            </a:r>
          </a:p>
          <a:p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Patient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Patient: Tina White</a:t>
            </a:r>
            <a:br/>
            <a:r>
              <a:t>MRN: MRN396220</a:t>
            </a:r>
            <a:br/>
            <a:r>
              <a:t>DOB: 07/11/2000 (Age: 25)</a:t>
            </a:r>
            <a:br/>
            <a:r>
              <a:t>Contact: 319-922-1094 / jason26@example.com</a:t>
            </a:r>
            <a:br/>
            <a:r>
              <a:t>Address: 90912 Walker Manor, South Andrew, MH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Medical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1600"/>
            </a:pPr>
            <a:r>
              <a:t>Diagnoses:</a:t>
            </a:r>
            <a:br/>
          </a:p>
          <a:p>
            <a:pPr lvl="1">
              <a:defRPr sz="1400"/>
            </a:pPr>
            <a:r>
              <a:t>• Essential Hypertension (ICD-10: I10)</a:t>
            </a:r>
          </a:p>
          <a:p>
            <a:pPr lvl="1">
              <a:defRPr sz="1400"/>
            </a:pPr>
            <a:r>
              <a:t>• Major Depressive Disorder (ICD-10: F33.1)</a:t>
            </a:r>
          </a:p>
          <a:p>
            <a:pPr lvl="1">
              <a:defRPr sz="1400"/>
            </a:pPr>
            <a:r>
              <a:t>• Osteoarthritis (ICD-10: M19.90)</a:t>
            </a:r>
          </a:p>
          <a:p>
            <a:pPr lvl="1">
              <a:defRPr sz="1400"/>
            </a:pPr>
            <a:r>
              <a:t>• Hyperlipidemia (ICD-10: E78.5)</a:t>
            </a:r>
          </a:p>
          <a:p>
            <a:br/>
            <a:pPr>
              <a:defRPr b="1" sz="1600"/>
            </a:pPr>
            <a:r>
              <a:t>Current Medications:</a:t>
            </a:r>
          </a:p>
          <a:p>
            <a:pPr lvl="1">
              <a:defRPr sz="1400"/>
            </a:pPr>
            <a:r>
              <a:t>• Losartan 50mg daily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Vital 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/>
            </a:pPr>
            <a:r>
              <a:t>Blood Pressure: 139/94 mmHg</a:t>
            </a:r>
            <a:br/>
            <a:r>
              <a:t>Heart Rate: 77 bpm</a:t>
            </a:r>
            <a:br/>
            <a:r>
              <a:t>Temperature: 97.7°F</a:t>
            </a:r>
            <a:br/>
            <a:r>
              <a:t>Respiratory Rate: 12</a:t>
            </a:r>
            <a:br/>
            <a:r>
              <a:t>O2 Saturation: 96%</a:t>
            </a:r>
            <a:br/>
            <a:r>
              <a:t>Weight: 153 lbs</a:t>
            </a:r>
            <a:br/>
            <a:r>
              <a:t>Height: 64 inches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Clinical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600"/>
            </a:pPr>
            <a:r>
              <a:t>Patient under care of Andrew Morris, PA</a:t>
            </a:r>
            <a:br/>
            <a:r>
              <a:t>Specialty: Endocrinology</a:t>
            </a:r>
            <a:br/>
            <a:br/>
            <a:r>
              <a:t>Primary diagnosis: Essential Hypertension</a:t>
            </a:r>
            <a:br/>
            <a:r>
              <a:t>Management plan includes medication therapy and regular follow-up.</a:t>
            </a:r>
          </a:p>
          <a:p>
            <a:br/>
            <a:br/>
            <a:pPr>
              <a:defRPr sz="1200" i="1">
                <a:solidFill>
                  <a:srgbClr val="FF0000"/>
                </a:solidFill>
              </a:defRPr>
            </a:pPr>
            <a:r>
              <a:t>CONFIDENTIAL: Contains Protected Health Information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