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Kennethtown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Joe House</a:t>
            </a:r>
            <a:br/>
            <a:r>
              <a:t>MRN: MRN378107</a:t>
            </a:r>
            <a:br/>
            <a:r>
              <a:t>DOB: 01/02/1956 (Age: 69)</a:t>
            </a:r>
            <a:br/>
            <a:r>
              <a:t>Contact: 5497649973 / angelicasanchez@example.org</a:t>
            </a:r>
            <a:br/>
            <a:r>
              <a:t>Address: 9062 Watts Harbors Apt. 036, Lake Kellyberg, 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149/76 mmHg</a:t>
            </a:r>
            <a:br/>
            <a:r>
              <a:t>Heart Rate: 96 bpm</a:t>
            </a:r>
            <a:br/>
            <a:r>
              <a:t>Temperature: 99.4°F</a:t>
            </a:r>
            <a:br/>
            <a:r>
              <a:t>Respiratory Rate: 15</a:t>
            </a:r>
            <a:br/>
            <a:r>
              <a:t>O2 Saturation: 98%</a:t>
            </a:r>
            <a:br/>
            <a:r>
              <a:t>Weight: 247 lbs</a:t>
            </a:r>
            <a:br/>
            <a:r>
              <a:t>Height: 74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Heather Espinoza, PA</a:t>
            </a:r>
            <a:br/>
            <a:r>
              <a:t>Specialty: Pulmonology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