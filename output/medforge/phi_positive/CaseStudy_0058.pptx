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Barkerfort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Matthew Mueller</a:t>
            </a:r>
            <a:br/>
            <a:r>
              <a:t>MRN: MRN127508</a:t>
            </a:r>
            <a:br/>
            <a:r>
              <a:t>DOB: 04/21/1975 (Age: 50)</a:t>
            </a:r>
            <a:br/>
            <a:r>
              <a:t>Contact: (303)558-5672x0514 / kiara54@example.net</a:t>
            </a:r>
            <a:br/>
            <a:r>
              <a:t>Address: 5732 John Spur, Brownbury, 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136/83 mmHg</a:t>
            </a:r>
            <a:br/>
            <a:r>
              <a:t>Heart Rate: 71 bpm</a:t>
            </a:r>
            <a:br/>
            <a:r>
              <a:t>Temperature: 99.1°F</a:t>
            </a:r>
            <a:br/>
            <a:r>
              <a:t>Respiratory Rate: 14</a:t>
            </a:r>
            <a:br/>
            <a:r>
              <a:t>O2 Saturation: 96%</a:t>
            </a:r>
            <a:br/>
            <a:r>
              <a:t>Weight: 238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Sabrina Russell, PA</a:t>
            </a:r>
            <a:br/>
            <a:r>
              <a:t>Specialty: Cardiology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