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Dustin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Bradley Edwards</a:t>
            </a:r>
            <a:br/>
            <a:r>
              <a:t>MRN: MRN684594</a:t>
            </a:r>
            <a:br/>
            <a:r>
              <a:t>DOB: 12/19/1936 (Age: 88)</a:t>
            </a:r>
            <a:br/>
            <a:r>
              <a:t>Contact: 460.818.1655 / jacob61@example.net</a:t>
            </a:r>
            <a:br/>
            <a:r>
              <a:t>Address: 6541 Michael Loaf, Lake Jesusville,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122/78 mmHg</a:t>
            </a:r>
            <a:br/>
            <a:r>
              <a:t>Heart Rate: 80 bpm</a:t>
            </a:r>
            <a:br/>
            <a:r>
              <a:t>Temperature: 98.3°F</a:t>
            </a:r>
            <a:br/>
            <a:r>
              <a:t>Respiratory Rate: 16</a:t>
            </a:r>
            <a:br/>
            <a:r>
              <a:t>O2 Saturation: 96%</a:t>
            </a:r>
            <a:br/>
            <a:r>
              <a:t>Weight: 250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Micheal Navarro, PA</a:t>
            </a:r>
            <a:br/>
            <a:r>
              <a:t>Specialty: Endocrinology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