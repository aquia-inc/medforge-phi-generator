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Clinical Case Study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Markview Medical Center</a:t>
            </a:r>
          </a:p>
          <a:p>
            <a:r>
              <a:t>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Patient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Patient: Charlotte Gutierrez</a:t>
            </a:r>
            <a:br/>
            <a:r>
              <a:t>MRN: MRN464796</a:t>
            </a:r>
            <a:br/>
            <a:r>
              <a:t>DOB: 07/19/1933 (Age: 92)</a:t>
            </a:r>
            <a:br/>
            <a:r>
              <a:t>Contact: +1-204-363-3406x60177 / rreid@example.org</a:t>
            </a:r>
            <a:br/>
            <a:r>
              <a:t>Address: 385 Reed Mountains, Port Patrick, CT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Medical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600"/>
            </a:pPr>
            <a:r>
              <a:t>Diagnoses:</a:t>
            </a:r>
            <a:br/>
          </a:p>
          <a:p>
            <a:pPr lvl="1">
              <a:defRPr sz="1400"/>
            </a:pPr>
            <a:r>
              <a:t>• Hypothyroidism (ICD-10: E03.9)</a:t>
            </a:r>
          </a:p>
          <a:p>
            <a:pPr lvl="1">
              <a:defRPr sz="1400"/>
            </a:pPr>
            <a:r>
              <a:t>• Osteoarthritis (ICD-10: M19.90)</a:t>
            </a:r>
          </a:p>
          <a:p>
            <a:br/>
            <a:pPr>
              <a:defRPr b="1" sz="1600"/>
            </a:pPr>
            <a:r>
              <a:t>Current Medications:</a:t>
            </a:r>
          </a:p>
          <a:p>
            <a:pPr lvl="1">
              <a:defRPr sz="1400"/>
            </a:pPr>
            <a:r>
              <a:t>• Metformin 500mg twice daily</a:t>
            </a:r>
          </a:p>
          <a:p>
            <a:pPr lvl="1">
              <a:defRPr sz="1400"/>
            </a:pPr>
            <a:r>
              <a:t>• Amlodipine 5mg daily</a:t>
            </a:r>
          </a:p>
          <a:p>
            <a:pPr lvl="1">
              <a:defRPr sz="1400"/>
            </a:pPr>
            <a:r>
              <a:t>• Metoprolol 25mg twice daily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Vital Signs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Blood Pressure: 155/90 mmHg</a:t>
            </a:r>
            <a:br/>
            <a:r>
              <a:t>Heart Rate: 84 bpm</a:t>
            </a:r>
            <a:br/>
            <a:r>
              <a:t>Temperature: 99.2°F</a:t>
            </a:r>
            <a:br/>
            <a:r>
              <a:t>Respiratory Rate: 12</a:t>
            </a:r>
            <a:br/>
            <a:r>
              <a:t>O2 Saturation: 99%</a:t>
            </a:r>
            <a:br/>
            <a:r>
              <a:t>Weight: 193 lbs</a:t>
            </a:r>
            <a:br/>
            <a:r>
              <a:t>Height: 62 inches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Clinical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Patient under care of Lauren Lopez, PA</a:t>
            </a:r>
            <a:br/>
            <a:r>
              <a:t>Specialty: Internal Medicine</a:t>
            </a:r>
            <a:br/>
            <a:br/>
            <a:r>
              <a:t>Primary diagnosis: Hypothyroidism</a:t>
            </a:r>
            <a:br/>
            <a:r>
              <a:t>Management plan includes medication therapy and regular follow-up.</a:t>
            </a:r>
          </a:p>
          <a:p>
            <a:br/>
            <a:br/>
            <a:pPr>
              <a:defRPr sz="1200" i="1">
                <a:solidFill>
                  <a:srgbClr val="FF0000"/>
                </a:solidFill>
              </a:defRPr>
            </a:pPr>
            <a:r>
              <a:t>CONFIDENTIAL: Contains Protected Health Information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