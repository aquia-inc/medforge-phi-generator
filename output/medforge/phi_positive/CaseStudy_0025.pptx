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Christopherside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Megan White</a:t>
            </a:r>
            <a:br/>
            <a:r>
              <a:t>MRN: MRN976557</a:t>
            </a:r>
            <a:br/>
            <a:r>
              <a:t>DOB: 07/11/1963 (Age: 62)</a:t>
            </a:r>
            <a:br/>
            <a:r>
              <a:t>Contact: 371-951-4641x24472 / evan12@example.org</a:t>
            </a:r>
            <a:br/>
            <a:r>
              <a:t>Address: 12199 Ortiz Mission, New Raymondstad, NC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Atorvastatin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121/77 mmHg</a:t>
            </a:r>
            <a:br/>
            <a:r>
              <a:t>Heart Rate: 95 bpm</a:t>
            </a:r>
            <a:br/>
            <a:r>
              <a:t>Temperature: 99.5°F</a:t>
            </a:r>
            <a:br/>
            <a:r>
              <a:t>Respiratory Rate: 19</a:t>
            </a:r>
            <a:br/>
            <a:r>
              <a:t>O2 Saturation: 100%</a:t>
            </a:r>
            <a:br/>
            <a:r>
              <a:t>Weight: 238 lbs</a:t>
            </a:r>
            <a:br/>
            <a:r>
              <a:t>Height: 75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Lance Flores, NP</a:t>
            </a:r>
            <a:br/>
            <a:r>
              <a:t>Specialty: Internal Medicine</a:t>
            </a:r>
            <a:br/>
            <a:br/>
            <a:r>
              <a:t>Primary diagnosis: Chronic Obstructive Pulmonary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