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Zachary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Joy Rodriguez</a:t>
            </a:r>
            <a:br/>
            <a:r>
              <a:t>MRN: MRN807406</a:t>
            </a:r>
            <a:br/>
            <a:r>
              <a:t>DOB: 12/03/1975 (Age: 49)</a:t>
            </a:r>
            <a:br/>
            <a:r>
              <a:t>Contact: 622.796.5409 / emily13@example.net</a:t>
            </a:r>
            <a:br/>
            <a:r>
              <a:t>Address: 27034 Kim Station Suite 697, West Kathleen,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140/81 mmHg</a:t>
            </a:r>
            <a:br/>
            <a:r>
              <a:t>Heart Rate: 99 bpm</a:t>
            </a:r>
            <a:br/>
            <a:r>
              <a:t>Temperature: 99.3°F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198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Kelly Harris, PA</a:t>
            </a:r>
            <a:br/>
            <a:r>
              <a:t>Specialty: Nephrology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