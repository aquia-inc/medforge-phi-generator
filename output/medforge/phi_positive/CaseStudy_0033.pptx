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Jenna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Denise Elliott</a:t>
            </a:r>
            <a:br/>
            <a:r>
              <a:t>MRN: MRN331742</a:t>
            </a:r>
            <a:br/>
            <a:r>
              <a:t>DOB: 12/08/1933 (Age: 91)</a:t>
            </a:r>
            <a:br/>
            <a:r>
              <a:t>Contact: 3754778391 / patricia84@example.org</a:t>
            </a:r>
            <a:br/>
            <a:r>
              <a:t>Address: 7375 Ann Square, Gravestown,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144/75 mmHg</a:t>
            </a:r>
            <a:br/>
            <a:r>
              <a:t>Heart Rate: 96 bpm</a:t>
            </a:r>
            <a:br/>
            <a:r>
              <a:t>Temperature: 98.6°F</a:t>
            </a:r>
            <a:br/>
            <a:r>
              <a:t>Respiratory Rate: 16</a:t>
            </a:r>
            <a:br/>
            <a:r>
              <a:t>O2 Saturation: 98%</a:t>
            </a:r>
            <a:br/>
            <a:r>
              <a:t>Weight: 231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Erin Williams, MD</a:t>
            </a:r>
            <a:br/>
            <a:r>
              <a:t>Specialty: Gastroenterology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