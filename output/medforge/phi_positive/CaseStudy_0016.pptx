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Tanya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Jessica Oliver</a:t>
            </a:r>
            <a:br/>
            <a:r>
              <a:t>MRN: MRN788495</a:t>
            </a:r>
            <a:br/>
            <a:r>
              <a:t>DOB: 09/26/1965 (Age: 60)</a:t>
            </a:r>
            <a:br/>
            <a:r>
              <a:t>Contact: 463-572-0366x9643 / gmeadows@example.com</a:t>
            </a:r>
            <a:br/>
            <a:r>
              <a:t>Address: 95937 Douglas Expressway, Popefort, WV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130/77 mmHg</a:t>
            </a:r>
            <a:br/>
            <a:r>
              <a:t>Heart Rate: 85 bpm</a:t>
            </a:r>
            <a:br/>
            <a:r>
              <a:t>Temperature: 99.4°F</a:t>
            </a:r>
            <a:br/>
            <a:r>
              <a:t>Respiratory Rate: 18</a:t>
            </a:r>
            <a:br/>
            <a:r>
              <a:t>O2 Saturation: 97%</a:t>
            </a:r>
            <a:br/>
            <a:r>
              <a:t>Weight: 212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Lance Salazar, PA</a:t>
            </a:r>
            <a:br/>
            <a:r>
              <a:t>Specialty: Internal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