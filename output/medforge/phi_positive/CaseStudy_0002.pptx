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Michaelland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Chad Mendoza</a:t>
            </a:r>
            <a:br/>
            <a:r>
              <a:t>MRN: MRN147921</a:t>
            </a:r>
            <a:br/>
            <a:r>
              <a:t>DOB: 03/12/1999 (Age: 26)</a:t>
            </a:r>
            <a:br/>
            <a:r>
              <a:t>Contact: 906.666.1204x226 / victoriaperkins@example.com</a:t>
            </a:r>
            <a:br/>
            <a:r>
              <a:t>Address: 24316 Davis Meadows Suite 446, Port Douglas,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134/74 mmHg</a:t>
            </a:r>
            <a:br/>
            <a:r>
              <a:t>Heart Rate: 65 bpm</a:t>
            </a:r>
            <a:br/>
            <a:r>
              <a:t>Temperature: 98.1°F</a:t>
            </a:r>
            <a:br/>
            <a:r>
              <a:t>Respiratory Rate: 17</a:t>
            </a:r>
            <a:br/>
            <a:r>
              <a:t>O2 Saturation: 98%</a:t>
            </a:r>
            <a:br/>
            <a:r>
              <a:t>Weight: 206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Elizabeth Baker, PA</a:t>
            </a:r>
            <a:br/>
            <a:r>
              <a:t>Specialty: Gastroenterology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