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North Anthony Medical Center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Stephen Ortega</a:t>
            </a:r>
            <a:br/>
            <a:r>
              <a:t>MRN: MRN337667</a:t>
            </a:r>
            <a:br/>
            <a:r>
              <a:t>DOB: 05/12/2000 (Age: 25)</a:t>
            </a:r>
            <a:br/>
            <a:r>
              <a:t>Contact: 971.201.8739x7589 / harveyronald@example.com</a:t>
            </a:r>
            <a:br/>
            <a:r>
              <a:t>Address: 74756 Barbara Neck, Brianport, CO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Major Depressive Disorder (ICD-10: F33.1)</a:t>
            </a:r>
          </a:p>
          <a:p>
            <a:pPr lvl="1">
              <a:defRPr sz="1400"/>
            </a:pPr>
            <a:r>
              <a:t>• Type 2 Diabetes Mellitus (ICD-10: E11.9)</a:t>
            </a:r>
          </a:p>
          <a:p>
            <a:pPr lvl="1">
              <a:defRPr sz="1400"/>
            </a:pPr>
            <a:r>
              <a:t>• Osteoarthritis (ICD-10: M19.90)</a:t>
            </a:r>
          </a:p>
          <a:p>
            <a:pPr lvl="1">
              <a:defRPr sz="1400"/>
            </a:pPr>
            <a:r>
              <a:t>• Coronary Artery Disease (ICD-10: I25.10)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Levothyroxine 50mcg daily</a:t>
            </a:r>
          </a:p>
          <a:p>
            <a:pPr lvl="1">
              <a:defRPr sz="1400"/>
            </a:pPr>
            <a:r>
              <a:t>• Gabapentin 300mg three times daily</a:t>
            </a:r>
          </a:p>
          <a:p>
            <a:pPr lvl="1">
              <a:defRPr sz="1400"/>
            </a:pPr>
            <a:r>
              <a:t>• Atorvastatin 20mg daily</a:t>
            </a:r>
          </a:p>
          <a:p>
            <a:pPr lvl="1">
              <a:defRPr sz="1400"/>
            </a:pPr>
            <a:r>
              <a:t>• Losartan 50mg daily</a:t>
            </a:r>
          </a:p>
          <a:p>
            <a:pPr lvl="1">
              <a:defRPr sz="1400"/>
            </a:pPr>
            <a:r>
              <a:t>• Metoprolol 25mg twice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118/89 mmHg</a:t>
            </a:r>
            <a:br/>
            <a:r>
              <a:t>Heart Rate: 90 bpm</a:t>
            </a:r>
            <a:br/>
            <a:r>
              <a:t>Temperature: 97.6°F</a:t>
            </a:r>
            <a:br/>
            <a:r>
              <a:t>Respiratory Rate: 17</a:t>
            </a:r>
            <a:br/>
            <a:r>
              <a:t>O2 Saturation: 99%</a:t>
            </a:r>
            <a:br/>
            <a:r>
              <a:t>Weight: 163 lbs</a:t>
            </a:r>
            <a:br/>
            <a:r>
              <a:t>Height: 75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Jack Riley, MD</a:t>
            </a:r>
            <a:br/>
            <a:r>
              <a:t>Specialty: Neurology</a:t>
            </a:r>
            <a:br/>
            <a:br/>
            <a:r>
              <a:t>Primary diagnosis: Major Depressive Disorder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