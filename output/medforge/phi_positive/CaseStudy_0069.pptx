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Corytown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Sierra Campbell</a:t>
            </a:r>
            <a:br/>
            <a:r>
              <a:t>MRN: MRN323911</a:t>
            </a:r>
            <a:br/>
            <a:r>
              <a:t>DOB: 10/20/1947 (Age: 78)</a:t>
            </a:r>
            <a:br/>
            <a:r>
              <a:t>Contact: +1-489-786-0242x57680 / xcollins@example.com</a:t>
            </a:r>
            <a:br/>
            <a:r>
              <a:t>Address: 6159 David Hills, Roachstad,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157/74 mmHg</a:t>
            </a:r>
            <a:br/>
            <a:r>
              <a:t>Heart Rate: 91 bpm</a:t>
            </a:r>
            <a:br/>
            <a:r>
              <a:t>Temperature: 99.0°F</a:t>
            </a:r>
            <a:br/>
            <a:r>
              <a:t>Respiratory Rate: 12</a:t>
            </a:r>
            <a:br/>
            <a:r>
              <a:t>O2 Saturation: 100%</a:t>
            </a:r>
            <a:br/>
            <a:r>
              <a:t>Weight: 214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Jimenez, NP</a:t>
            </a:r>
            <a:br/>
            <a:r>
              <a:t>Specialty: Cardiology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