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Jamesborough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William Hawkins</a:t>
            </a:r>
            <a:br/>
            <a:r>
              <a:t>MRN: MRN535463</a:t>
            </a:r>
            <a:br/>
            <a:r>
              <a:t>DOB: 03/16/2007 (Age: 18)</a:t>
            </a:r>
            <a:br/>
            <a:r>
              <a:t>Contact: 001-989-873-0025x481 / beverlyrobinson@example.org</a:t>
            </a:r>
            <a:br/>
            <a:r>
              <a:t>Address: 55030 Robin Shore, Potterton, 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160/78 mmHg</a:t>
            </a:r>
            <a:br/>
            <a:r>
              <a:t>Heart Rate: 97 bpm</a:t>
            </a:r>
            <a:br/>
            <a:r>
              <a:t>Temperature: 98.0°F</a:t>
            </a:r>
            <a:br/>
            <a:r>
              <a:t>Respiratory Rate: 15</a:t>
            </a:r>
            <a:br/>
            <a:r>
              <a:t>O2 Saturation: 97%</a:t>
            </a:r>
            <a:br/>
            <a:r>
              <a:t>Weight: 158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Eric Henderson, NP</a:t>
            </a:r>
            <a:br/>
            <a:r>
              <a:t>Specialty: Endocrinology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