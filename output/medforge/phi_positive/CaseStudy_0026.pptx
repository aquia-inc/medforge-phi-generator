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Kochbury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Thomas Perez</a:t>
            </a:r>
            <a:br/>
            <a:r>
              <a:t>MRN: MRN130139</a:t>
            </a:r>
            <a:br/>
            <a:r>
              <a:t>DOB: 11/10/1964 (Age: 61)</a:t>
            </a:r>
            <a:br/>
            <a:r>
              <a:t>Contact: 665.347.8224x632 / james43@example.org</a:t>
            </a:r>
            <a:br/>
            <a:r>
              <a:t>Address: 48905 Ramirez Corners Suite 532, Jonesville, 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134/91 mmHg</a:t>
            </a:r>
            <a:br/>
            <a:r>
              <a:t>Heart Rate: 75 bpm</a:t>
            </a:r>
            <a:br/>
            <a:r>
              <a:t>Temperature: 97.2°F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153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Brian Wilson, MD</a:t>
            </a:r>
            <a:br/>
            <a:r>
              <a:t>Specialty: Orthopedics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