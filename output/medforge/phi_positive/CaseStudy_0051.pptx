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Tylerfurt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Jared Hayden</a:t>
            </a:r>
            <a:br/>
            <a:r>
              <a:t>MRN: MRN901567</a:t>
            </a:r>
            <a:br/>
            <a:r>
              <a:t>DOB: 08/29/1974 (Age: 51)</a:t>
            </a:r>
            <a:br/>
            <a:r>
              <a:t>Contact: (766)453-1203x0885 / omartinez@example.net</a:t>
            </a:r>
            <a:br/>
            <a:r>
              <a:t>Address: 58751 Eric Shoal Apt. 464, Jamesville,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127/78 mmHg</a:t>
            </a:r>
            <a:br/>
            <a:r>
              <a:t>Heart Rate: 91 bpm</a:t>
            </a:r>
            <a:br/>
            <a:r>
              <a:t>Temperature: 97.1°F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215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Marcus Lee, MD</a:t>
            </a:r>
            <a:br/>
            <a:r>
              <a:t>Specialty: Endocrinology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