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Mannhaven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Haley Hill</a:t>
            </a:r>
            <a:br/>
            <a:r>
              <a:t>MRN: MRN249125</a:t>
            </a:r>
            <a:br/>
            <a:r>
              <a:t>DOB: 03/01/2004 (Age: 21)</a:t>
            </a:r>
            <a:br/>
            <a:r>
              <a:t>Contact: 920-845-4117x8711 / vgates@example.com</a:t>
            </a:r>
            <a:br/>
            <a:r>
              <a:t>Address: 96562 James Roads Suite 341, North Michael, 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127/91 mmHg</a:t>
            </a:r>
            <a:br/>
            <a:r>
              <a:t>Heart Rate: 84 bpm</a:t>
            </a:r>
            <a:br/>
            <a:r>
              <a:t>Temperature: 97.7°F</a:t>
            </a:r>
            <a:br/>
            <a:r>
              <a:t>Respiratory Rate: 12</a:t>
            </a:r>
            <a:br/>
            <a:r>
              <a:t>O2 Saturation: 99%</a:t>
            </a:r>
            <a:br/>
            <a:r>
              <a:t>Weight: 176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Sherry Heath, MD</a:t>
            </a:r>
            <a:br/>
            <a:r>
              <a:t>Specialty: Gastroenterology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