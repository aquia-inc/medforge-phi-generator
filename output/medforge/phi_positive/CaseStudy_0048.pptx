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Pattersonview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Martin Hayes</a:t>
            </a:r>
            <a:br/>
            <a:r>
              <a:t>MRN: MRN911007</a:t>
            </a:r>
            <a:br/>
            <a:r>
              <a:t>DOB: 11/15/1933 (Age: 92)</a:t>
            </a:r>
            <a:br/>
            <a:r>
              <a:t>Contact: +1-909-982-2457x740 / diana56@example.net</a:t>
            </a:r>
            <a:br/>
            <a:r>
              <a:t>Address: 9790 Richard Trail Apt. 964, Cohenbury, FM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155/86 mmHg</a:t>
            </a:r>
            <a:br/>
            <a:r>
              <a:t>Heart Rate: 91 bpm</a:t>
            </a:r>
            <a:br/>
            <a:r>
              <a:t>Temperature: 98.6°F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276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Rachel Knapp, NP</a:t>
            </a:r>
            <a:br/>
            <a:r>
              <a:t>Specialty: Gastroenterology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