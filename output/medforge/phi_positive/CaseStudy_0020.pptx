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Edwardborough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Denise Scott</a:t>
            </a:r>
            <a:br/>
            <a:r>
              <a:t>MRN: MRN829881</a:t>
            </a:r>
            <a:br/>
            <a:r>
              <a:t>DOB: 12/23/1958 (Age: 66)</a:t>
            </a:r>
            <a:br/>
            <a:r>
              <a:t>Contact: 785.540.1325 / jennifer01@example.net</a:t>
            </a:r>
            <a:br/>
            <a:r>
              <a:t>Address: 92562 Rachel Pine, Harrisfort, TN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118/71 mmHg</a:t>
            </a:r>
            <a:br/>
            <a:r>
              <a:t>Heart Rate: 62 bpm</a:t>
            </a:r>
            <a:br/>
            <a:r>
              <a:t>Temperature: 99.4°F</a:t>
            </a:r>
            <a:br/>
            <a:r>
              <a:t>Respiratory Rate: 17</a:t>
            </a:r>
            <a:br/>
            <a:r>
              <a:t>O2 Saturation: 97%</a:t>
            </a:r>
            <a:br/>
            <a:r>
              <a:t>Weight: 233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Jordan Johnson, PA</a:t>
            </a:r>
            <a:br/>
            <a:r>
              <a:t>Specialty: Pulmonology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