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Martinland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Melissa Richardson</a:t>
            </a:r>
            <a:br/>
            <a:r>
              <a:t>MRN: MRN765712</a:t>
            </a:r>
            <a:br/>
            <a:r>
              <a:t>DOB: 03/31/1954 (Age: 71)</a:t>
            </a:r>
            <a:br/>
            <a:r>
              <a:t>Contact: 590.547.7871x4397 / brandonkim@example.org</a:t>
            </a:r>
            <a:br/>
            <a:r>
              <a:t>Address: 7187 Glass Plains, Johnsontown,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134/74 mmHg</a:t>
            </a:r>
            <a:br/>
            <a:r>
              <a:t>Heart Rate: 90 bpm</a:t>
            </a:r>
            <a:br/>
            <a:r>
              <a:t>Temperature: 97.4°F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266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Daniels, MD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