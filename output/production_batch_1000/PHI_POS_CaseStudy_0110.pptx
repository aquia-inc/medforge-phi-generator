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Schmidtfurt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Cody Anderson</a:t>
            </a:r>
            <a:br/>
            <a:r>
              <a:t>MRN: MRN641922</a:t>
            </a:r>
            <a:br/>
            <a:r>
              <a:t>DOB: 05/25/1989 (Age: 36)</a:t>
            </a:r>
            <a:br/>
            <a:r>
              <a:t>Contact: 001-454-569-6815x79039 / michael80@example.net</a:t>
            </a:r>
            <a:br/>
            <a:r>
              <a:t>Address: 32730 Kevin Course Suite 626, West Larry, 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115/91 mmHg</a:t>
            </a:r>
            <a:br/>
            <a:r>
              <a:t>Heart Rate: 87 bpm</a:t>
            </a:r>
            <a:br/>
            <a:r>
              <a:t>Temperature: 97.5°F</a:t>
            </a:r>
            <a:br/>
            <a:r>
              <a:t>Respiratory Rate: 14</a:t>
            </a:r>
            <a:br/>
            <a:r>
              <a:t>O2 Saturation: 99%</a:t>
            </a:r>
            <a:br/>
            <a:r>
              <a:t>Weight: 186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Austin Mullen, MD</a:t>
            </a:r>
            <a:br/>
            <a:r>
              <a:t>Specialty: Family Medicine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