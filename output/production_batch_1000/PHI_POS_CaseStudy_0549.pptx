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Timothychester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Julie Kline</a:t>
            </a:r>
            <a:br/>
            <a:r>
              <a:t>MRN: MRN403922</a:t>
            </a:r>
            <a:br/>
            <a:r>
              <a:t>DOB: 09/05/1953 (Age: 72)</a:t>
            </a:r>
            <a:br/>
            <a:r>
              <a:t>Contact: 612-987-6128x2612 / mlynch@example.com</a:t>
            </a:r>
            <a:br/>
            <a:r>
              <a:t>Address: 406 Gregory Mount, Richardland, 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114/75 mmHg</a:t>
            </a:r>
            <a:br/>
            <a:r>
              <a:t>Heart Rate: 63 bpm</a:t>
            </a:r>
            <a:br/>
            <a:r>
              <a:t>Temperature: 97.8°F</a:t>
            </a:r>
            <a:br/>
            <a:r>
              <a:t>Respiratory Rate: 19</a:t>
            </a:r>
            <a:br/>
            <a:r>
              <a:t>O2 Saturation: 99%</a:t>
            </a:r>
            <a:br/>
            <a:r>
              <a:t>Weight: 247 lbs</a:t>
            </a:r>
            <a:br/>
            <a:r>
              <a:t>Height: 63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Kelly Johnson, DO</a:t>
            </a:r>
            <a:br/>
            <a:r>
              <a:t>Specialty: Neurology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