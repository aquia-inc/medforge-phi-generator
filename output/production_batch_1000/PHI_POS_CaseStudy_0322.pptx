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Michaeltown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Tammie Bell</a:t>
            </a:r>
            <a:br/>
            <a:r>
              <a:t>MRN: MRN187651</a:t>
            </a:r>
            <a:br/>
            <a:r>
              <a:t>DOB: 07/11/2004 (Age: 21)</a:t>
            </a:r>
            <a:br/>
            <a:r>
              <a:t>Contact: +1-492-407-4595 / achan@example.com</a:t>
            </a:r>
            <a:br/>
            <a:r>
              <a:t>Address: 2393 Lyons Forge Apt. 732, Meyerborough, PA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113/72 mmHg</a:t>
            </a:r>
            <a:br/>
            <a:r>
              <a:t>Heart Rate: 87 bpm</a:t>
            </a:r>
            <a:br/>
            <a:r>
              <a:t>Temperature: 97.9°F</a:t>
            </a:r>
            <a:br/>
            <a:r>
              <a:t>Respiratory Rate: 16</a:t>
            </a:r>
            <a:br/>
            <a:r>
              <a:t>O2 Saturation: 96%</a:t>
            </a:r>
            <a:br/>
            <a:r>
              <a:t>Weight: 170 lbs</a:t>
            </a:r>
            <a:br/>
            <a:r>
              <a:t>Height: 71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Kayla Lane, PA</a:t>
            </a:r>
            <a:br/>
            <a:r>
              <a:t>Specialty: Neurology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