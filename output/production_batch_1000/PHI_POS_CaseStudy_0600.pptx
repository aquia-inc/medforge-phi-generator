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Kingville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Valerie Murphy</a:t>
            </a:r>
            <a:br/>
            <a:r>
              <a:t>MRN: MRN774392</a:t>
            </a:r>
            <a:br/>
            <a:r>
              <a:t>DOB: 05/23/1977 (Age: 48)</a:t>
            </a:r>
            <a:br/>
            <a:r>
              <a:t>Contact: 759-849-0603 / stevensmith@example.com</a:t>
            </a:r>
            <a:br/>
            <a:r>
              <a:t>Address: 50091 Drake River, Johnberg,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117/72 mmHg</a:t>
            </a:r>
            <a:br/>
            <a:r>
              <a:t>Heart Rate: 84 bpm</a:t>
            </a:r>
            <a:br/>
            <a:r>
              <a:t>Temperature: 98.0°F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277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Steven Cowan, NP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