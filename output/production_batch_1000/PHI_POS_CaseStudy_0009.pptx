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Lauraport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Patrick Weeks</a:t>
            </a:r>
            <a:br/>
            <a:r>
              <a:t>MRN: MRN871476</a:t>
            </a:r>
            <a:br/>
            <a:r>
              <a:t>DOB: 11/16/1972 (Age: 53)</a:t>
            </a:r>
            <a:br/>
            <a:r>
              <a:t>Contact: 946-458-4044 / wryan@example.com</a:t>
            </a:r>
            <a:br/>
            <a:r>
              <a:t>Address: 5339 Hall Trail Suite 057, Hughesberg, NM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114/89 mmHg</a:t>
            </a:r>
            <a:br/>
            <a:r>
              <a:t>Heart Rate: 64 bpm</a:t>
            </a:r>
            <a:br/>
            <a:r>
              <a:t>Temperature: 98.7°F</a:t>
            </a:r>
            <a:br/>
            <a:r>
              <a:t>Respiratory Rate: 15</a:t>
            </a:r>
            <a:br/>
            <a:r>
              <a:t>O2 Saturation: 98%</a:t>
            </a:r>
            <a:br/>
            <a:r>
              <a:t>Weight: 150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David Sanford, MD</a:t>
            </a:r>
            <a:br/>
            <a:r>
              <a:t>Specialty: Orthopedics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