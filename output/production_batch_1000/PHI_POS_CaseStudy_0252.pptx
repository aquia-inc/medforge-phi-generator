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Carolberg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Christopher Doyle</a:t>
            </a:r>
            <a:br/>
            <a:r>
              <a:t>MRN: MRN154398</a:t>
            </a:r>
            <a:br/>
            <a:r>
              <a:t>DOB: 03/05/1995 (Age: 30)</a:t>
            </a:r>
            <a:br/>
            <a:r>
              <a:t>Contact: (442)928-4834 / dortiz@example.net</a:t>
            </a:r>
            <a:br/>
            <a:r>
              <a:t>Address: 0180 Smith Ford Apt. 480, Port Melissabury, NV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150/77 mmHg</a:t>
            </a:r>
            <a:br/>
            <a:r>
              <a:t>Heart Rate: 61 bpm</a:t>
            </a:r>
            <a:br/>
            <a:r>
              <a:t>Temperature: 97.7°F</a:t>
            </a:r>
            <a:br/>
            <a:r>
              <a:t>Respiratory Rate: 13</a:t>
            </a:r>
            <a:br/>
            <a:r>
              <a:t>O2 Saturation: 96%</a:t>
            </a:r>
            <a:br/>
            <a:r>
              <a:t>Weight: 262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John Norton, NP</a:t>
            </a:r>
            <a:br/>
            <a:r>
              <a:t>Specialty: Orthopedics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