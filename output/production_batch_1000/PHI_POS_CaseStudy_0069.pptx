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Maryfort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Megan Howell</a:t>
            </a:r>
            <a:br/>
            <a:r>
              <a:t>MRN: MRN135207</a:t>
            </a:r>
            <a:br/>
            <a:r>
              <a:t>DOB: 04/05/1992 (Age: 33)</a:t>
            </a:r>
            <a:br/>
            <a:r>
              <a:t>Contact: +1-272-223-2971x67433 / nicole52@example.org</a:t>
            </a:r>
            <a:br/>
            <a:r>
              <a:t>Address: 56193 Anna Oval, Victoriastad, WI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142/79 mmHg</a:t>
            </a:r>
            <a:br/>
            <a:r>
              <a:t>Heart Rate: 74 bpm</a:t>
            </a:r>
            <a:br/>
            <a:r>
              <a:t>Temperature: 99.0°F</a:t>
            </a:r>
            <a:br/>
            <a:r>
              <a:t>Respiratory Rate: 17</a:t>
            </a:r>
            <a:br/>
            <a:r>
              <a:t>O2 Saturation: 99%</a:t>
            </a:r>
            <a:br/>
            <a:r>
              <a:t>Weight: 273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Kayla Hawkins, DO</a:t>
            </a:r>
            <a:br/>
            <a:r>
              <a:t>Specialty: Nephrology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