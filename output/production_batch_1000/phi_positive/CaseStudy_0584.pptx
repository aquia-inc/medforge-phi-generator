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Stevenport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Rebecca Clark</a:t>
            </a:r>
            <a:br/>
            <a:r>
              <a:t>MRN: MRN335715</a:t>
            </a:r>
            <a:br/>
            <a:r>
              <a:t>DOB: 08/10/1959 (Age: 66)</a:t>
            </a:r>
            <a:br/>
            <a:r>
              <a:t>Contact: 001-685-477-8846x205 / bradychristopher@example.net</a:t>
            </a:r>
            <a:br/>
            <a:r>
              <a:t>Address: 8272 Perez Hollow Apt. 188, West Annettemouth, 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149/70 mmHg</a:t>
            </a:r>
            <a:br/>
            <a:r>
              <a:t>Heart Rate: 83 bpm</a:t>
            </a:r>
            <a:br/>
            <a:r>
              <a:t>Temperature: 98.9°F</a:t>
            </a:r>
            <a:br/>
            <a:r>
              <a:t>Respiratory Rate: 15</a:t>
            </a:r>
            <a:br/>
            <a:r>
              <a:t>O2 Saturation: 98%</a:t>
            </a:r>
            <a:br/>
            <a:r>
              <a:t>Weight: 227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Daniel Bartlett, NP</a:t>
            </a:r>
            <a:br/>
            <a:r>
              <a:t>Specialty: Psychiatry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