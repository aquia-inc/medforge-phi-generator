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Jared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Michael Garcia</a:t>
            </a:r>
            <a:br/>
            <a:r>
              <a:t>MRN: MRN930835</a:t>
            </a:r>
            <a:br/>
            <a:r>
              <a:t>DOB: 04/11/1943 (Age: 82)</a:t>
            </a:r>
            <a:br/>
            <a:r>
              <a:t>Contact: (737)621-6266x0323 / nicholsadam@example.net</a:t>
            </a:r>
            <a:br/>
            <a:r>
              <a:t>Address: 9997 Hammond Stravenue Suite 939, Tiffanyshire, 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135/92 mmHg</a:t>
            </a:r>
            <a:br/>
            <a:r>
              <a:t>Heart Rate: 62 bpm</a:t>
            </a:r>
            <a:br/>
            <a:r>
              <a:t>Temperature: 97.6°F</a:t>
            </a:r>
            <a:br/>
            <a:r>
              <a:t>Respiratory Rate: 14</a:t>
            </a:r>
            <a:br/>
            <a:r>
              <a:t>O2 Saturation: 97%</a:t>
            </a:r>
            <a:br/>
            <a:r>
              <a:t>Weight: 280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Carlos Nixon, MD</a:t>
            </a:r>
            <a:br/>
            <a:r>
              <a:t>Specialty: Endocrinology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