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Allison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Daniel Schmidt</a:t>
            </a:r>
            <a:br/>
            <a:r>
              <a:t>MRN: MRN758840</a:t>
            </a:r>
            <a:br/>
            <a:r>
              <a:t>DOB: 01/15/1938 (Age: 87)</a:t>
            </a:r>
            <a:br/>
            <a:r>
              <a:t>Contact: 483-621-3054 / michaeljones@example.org</a:t>
            </a:r>
            <a:br/>
            <a:r>
              <a:t>Address: 59409 Martin Ports, Bryanburgh, 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111/87 mmHg</a:t>
            </a:r>
            <a:br/>
            <a:r>
              <a:t>Heart Rate: 61 bpm</a:t>
            </a:r>
            <a:br/>
            <a:r>
              <a:t>Temperature: 99.4°F</a:t>
            </a:r>
            <a:br/>
            <a:r>
              <a:t>Respiratory Rate: 18</a:t>
            </a:r>
            <a:br/>
            <a:r>
              <a:t>O2 Saturation: 95%</a:t>
            </a:r>
            <a:br/>
            <a:r>
              <a:t>Weight: 155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Shane Weber, DO</a:t>
            </a:r>
            <a:br/>
            <a:r>
              <a:t>Specialty: Orthopedics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