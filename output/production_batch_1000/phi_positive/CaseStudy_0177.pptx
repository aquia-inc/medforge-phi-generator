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Christinahaven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Aaron Fisher</a:t>
            </a:r>
            <a:br/>
            <a:r>
              <a:t>MRN: MRN497346</a:t>
            </a:r>
            <a:br/>
            <a:r>
              <a:t>DOB: 05/02/1985 (Age: 40)</a:t>
            </a:r>
            <a:br/>
            <a:r>
              <a:t>Contact: 848-567-6497x9741 / bzamora@example.net</a:t>
            </a:r>
            <a:br/>
            <a:r>
              <a:t>Address: 5006 Michael Square, South James, 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116/88 mmHg</a:t>
            </a:r>
            <a:br/>
            <a:r>
              <a:t>Heart Rate: 100 bpm</a:t>
            </a:r>
            <a:br/>
            <a:r>
              <a:t>Temperature: 98.3°F</a:t>
            </a:r>
            <a:br/>
            <a:r>
              <a:t>Respiratory Rate: 13</a:t>
            </a:r>
            <a:br/>
            <a:r>
              <a:t>O2 Saturation: 98%</a:t>
            </a:r>
            <a:br/>
            <a:r>
              <a:t>Weight: 274 lbs</a:t>
            </a:r>
            <a:br/>
            <a:r>
              <a:t>Height: 69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Paul Nelson, PA</a:t>
            </a:r>
            <a:br/>
            <a:r>
              <a:t>Specialty: Orthopedics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