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Jesseberg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Harry Taylor</a:t>
            </a:r>
            <a:br/>
            <a:r>
              <a:t>MRN: MRN907101</a:t>
            </a:r>
            <a:br/>
            <a:r>
              <a:t>DOB: 02/17/1984 (Age: 41)</a:t>
            </a:r>
            <a:br/>
            <a:r>
              <a:t>Contact: (582)798-5165x2287 / millersteven@example.net</a:t>
            </a:r>
            <a:br/>
            <a:r>
              <a:t>Address: 41448 Ortega Mill Suite 763, Hopkinsland,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136/84 mmHg</a:t>
            </a:r>
            <a:br/>
            <a:r>
              <a:t>Heart Rate: 98 bpm</a:t>
            </a:r>
            <a:br/>
            <a:r>
              <a:t>Temperature: 98.4°F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177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Carlos Herrera, NP</a:t>
            </a:r>
            <a:br/>
            <a:r>
              <a:t>Specialty: Nephrology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