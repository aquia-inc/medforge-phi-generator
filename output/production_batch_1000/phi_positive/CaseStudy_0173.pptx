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Sandersmouth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Joe Sanchez</a:t>
            </a:r>
            <a:br/>
            <a:r>
              <a:t>MRN: MRN967182</a:t>
            </a:r>
            <a:br/>
            <a:r>
              <a:t>DOB: 04/29/1958 (Age: 67)</a:t>
            </a:r>
            <a:br/>
            <a:r>
              <a:t>Contact: 715-987-6054 / khendricks@example.net</a:t>
            </a:r>
            <a:br/>
            <a:r>
              <a:t>Address: 5769 Griffith Roads Suite 353, Woodfort, 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137/79 mmHg</a:t>
            </a:r>
            <a:br/>
            <a:r>
              <a:t>Heart Rate: 99 bpm</a:t>
            </a:r>
            <a:br/>
            <a:r>
              <a:t>Temperature: 99.3°F</a:t>
            </a:r>
            <a:br/>
            <a:r>
              <a:t>Respiratory Rate: 20</a:t>
            </a:r>
            <a:br/>
            <a:r>
              <a:t>O2 Saturation: 96%</a:t>
            </a:r>
            <a:br/>
            <a:r>
              <a:t>Weight: 238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Phillip Velazquez, MD</a:t>
            </a:r>
            <a:br/>
            <a:r>
              <a:t>Specialty: Psychiatry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