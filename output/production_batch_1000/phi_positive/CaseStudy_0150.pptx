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Robert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Stacy May</a:t>
            </a:r>
            <a:br/>
            <a:r>
              <a:t>MRN: MRN320989</a:t>
            </a:r>
            <a:br/>
            <a:r>
              <a:t>DOB: 11/18/1997 (Age: 28)</a:t>
            </a:r>
            <a:br/>
            <a:r>
              <a:t>Contact: 001-253-944-0777x9462 / jessicahines@example.com</a:t>
            </a:r>
            <a:br/>
            <a:r>
              <a:t>Address: 250 Julie Overpass, Livingstonton, 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149/80 mmHg</a:t>
            </a:r>
            <a:br/>
            <a:r>
              <a:t>Heart Rate: 83 bpm</a:t>
            </a:r>
            <a:br/>
            <a:r>
              <a:t>Temperature: 97.5°F</a:t>
            </a:r>
            <a:br/>
            <a:r>
              <a:t>Respiratory Rate: 18</a:t>
            </a:r>
            <a:br/>
            <a:r>
              <a:t>O2 Saturation: 96%</a:t>
            </a:r>
            <a:br/>
            <a:r>
              <a:t>Weight: 227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Holly Guzman, NP</a:t>
            </a:r>
            <a:br/>
            <a:r>
              <a:t>Specialty: Pulmonology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