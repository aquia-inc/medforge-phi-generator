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Jeffreyfurt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Marisa Jenkins</a:t>
            </a:r>
            <a:br/>
            <a:r>
              <a:t>MRN: MRN925386</a:t>
            </a:r>
            <a:br/>
            <a:r>
              <a:t>DOB: 09/14/1949 (Age: 76)</a:t>
            </a:r>
            <a:br/>
            <a:r>
              <a:t>Contact: 842.286.4497 / josephhunt@example.com</a:t>
            </a:r>
            <a:br/>
            <a:r>
              <a:t>Address: 2095 Samuel Motorway, Weberbury, KY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131/78 mmHg</a:t>
            </a:r>
            <a:br/>
            <a:r>
              <a:t>Heart Rate: 64 bpm</a:t>
            </a:r>
            <a:br/>
            <a:r>
              <a:t>Temperature: 98.4°F</a:t>
            </a:r>
            <a:br/>
            <a:r>
              <a:t>Respiratory Rate: 20</a:t>
            </a:r>
            <a:br/>
            <a:r>
              <a:t>O2 Saturation: 98%</a:t>
            </a:r>
            <a:br/>
            <a:r>
              <a:t>Weight: 229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Ashley Walsh, NP</a:t>
            </a:r>
            <a:br/>
            <a:r>
              <a:t>Specialty: Family Medicine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