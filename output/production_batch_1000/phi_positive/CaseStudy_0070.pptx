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Stonebury Medical Center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Tina Lloyd</a:t>
            </a:r>
            <a:br/>
            <a:r>
              <a:t>MRN: MRN331780</a:t>
            </a:r>
            <a:br/>
            <a:r>
              <a:t>DOB: 02/21/2006 (Age: 19)</a:t>
            </a:r>
            <a:br/>
            <a:r>
              <a:t>Contact: (968)745-5048x92673 / trowe@example.org</a:t>
            </a:r>
            <a:br/>
            <a:r>
              <a:t>Address: 562 Lewis Pass, Adrienneburgh, AK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Major Depressive Disorder (ICD-10: F33.1)</a:t>
            </a:r>
          </a:p>
          <a:p>
            <a:pPr lvl="1">
              <a:defRPr sz="1400"/>
            </a:pPr>
            <a:r>
              <a:t>• Hypothyroidism (ICD-10: E03.9)</a:t>
            </a:r>
          </a:p>
          <a:p>
            <a:pPr lvl="1">
              <a:defRPr sz="1400"/>
            </a:pPr>
            <a:r>
              <a:t>• Osteoarthritis (ICD-10: M19.90)</a:t>
            </a:r>
          </a:p>
          <a:p>
            <a:pPr lvl="1">
              <a:defRPr sz="1400"/>
            </a:pPr>
            <a:r>
              <a:t>• Chronic Kidney Disease, Stage 3 (ICD-10: N18.3)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Losartan 50mg daily</a:t>
            </a:r>
          </a:p>
          <a:p>
            <a:pPr lvl="1">
              <a:defRPr sz="1400"/>
            </a:pPr>
            <a:r>
              <a:t>• Lisinopril 10mg daily</a:t>
            </a:r>
          </a:p>
          <a:p>
            <a:pPr lvl="1">
              <a:defRPr sz="1400"/>
            </a:pPr>
            <a:r>
              <a:t>• Metoprolol 25mg twice daily</a:t>
            </a:r>
          </a:p>
          <a:p>
            <a:pPr lvl="1">
              <a:defRPr sz="1400"/>
            </a:pPr>
            <a:r>
              <a:t>• Sertraline 50mg daily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119/79 mmHg</a:t>
            </a:r>
            <a:br/>
            <a:r>
              <a:t>Heart Rate: 84 bpm</a:t>
            </a:r>
            <a:br/>
            <a:r>
              <a:t>Temperature: 97.5°F</a:t>
            </a:r>
            <a:br/>
            <a:r>
              <a:t>Respiratory Rate: 20</a:t>
            </a:r>
            <a:br/>
            <a:r>
              <a:t>O2 Saturation: 98%</a:t>
            </a:r>
            <a:br/>
            <a:r>
              <a:t>Weight: 181 lbs</a:t>
            </a:r>
            <a:br/>
            <a:r>
              <a:t>Height: 67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Pamela Fernandez, NP</a:t>
            </a:r>
            <a:br/>
            <a:r>
              <a:t>Specialty: Cardiology</a:t>
            </a:r>
            <a:br/>
            <a:br/>
            <a:r>
              <a:t>Primary diagnosis: Major Depressive Disorder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