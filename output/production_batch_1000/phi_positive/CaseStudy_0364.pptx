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Connie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Robin Gibbs</a:t>
            </a:r>
            <a:br/>
            <a:r>
              <a:t>MRN: MRN307727</a:t>
            </a:r>
            <a:br/>
            <a:r>
              <a:t>DOB: 11/15/1948 (Age: 77)</a:t>
            </a:r>
            <a:br/>
            <a:r>
              <a:t>Contact: 377-225-0402x58988 / linda87@example.org</a:t>
            </a:r>
            <a:br/>
            <a:r>
              <a:t>Address: 7845 Soto Cape, East Keithville,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112/83 mmHg</a:t>
            </a:r>
            <a:br/>
            <a:r>
              <a:t>Heart Rate: 61 bpm</a:t>
            </a:r>
            <a:br/>
            <a:r>
              <a:t>Temperature: 98.7°F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251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Christopher Brown, PA</a:t>
            </a:r>
            <a:br/>
            <a:r>
              <a:t>Specialty: Gastroenterology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