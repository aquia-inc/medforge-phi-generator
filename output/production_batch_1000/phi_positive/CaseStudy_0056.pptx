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Joyside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Melanie Salazar</a:t>
            </a:r>
            <a:br/>
            <a:r>
              <a:t>MRN: MRN260448</a:t>
            </a:r>
            <a:br/>
            <a:r>
              <a:t>DOB: 09/04/1937 (Age: 88)</a:t>
            </a:r>
            <a:br/>
            <a:r>
              <a:t>Contact: 610.902.1946x7232 / lallen@example.net</a:t>
            </a:r>
            <a:br/>
            <a:r>
              <a:t>Address: 279 Courtney Tunnel, Michaeltown,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142/90 mmHg</a:t>
            </a:r>
            <a:br/>
            <a:r>
              <a:t>Heart Rate: 70 bpm</a:t>
            </a:r>
            <a:br/>
            <a:r>
              <a:t>Temperature: 98.5°F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279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James Downs, MD</a:t>
            </a:r>
            <a:br/>
            <a:r>
              <a:t>Specialty: Internal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