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Rebecca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Dalton Medina</a:t>
            </a:r>
            <a:br/>
            <a:r>
              <a:t>MRN: MRN994217</a:t>
            </a:r>
            <a:br/>
            <a:r>
              <a:t>DOB: 12/20/1962 (Age: 62)</a:t>
            </a:r>
            <a:br/>
            <a:r>
              <a:t>Contact: +1-312-507-5011x0248 / rickey76@example.com</a:t>
            </a:r>
            <a:br/>
            <a:r>
              <a:t>Address: 61809 Katelyn Prairie Apt. 158, West Kristinport, 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152/78 mmHg</a:t>
            </a:r>
            <a:br/>
            <a:r>
              <a:t>Heart Rate: 83 bpm</a:t>
            </a:r>
            <a:br/>
            <a:r>
              <a:t>Temperature: 99.4°F</a:t>
            </a:r>
            <a:br/>
            <a:r>
              <a:t>Respiratory Rate: 19</a:t>
            </a:r>
            <a:br/>
            <a:r>
              <a:t>O2 Saturation: 95%</a:t>
            </a:r>
            <a:br/>
            <a:r>
              <a:t>Weight: 143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Juan Mcintosh, MD</a:t>
            </a:r>
            <a:br/>
            <a:r>
              <a:t>Specialty: Pulmonology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