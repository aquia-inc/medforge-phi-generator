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Luisside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Bethany Pena</a:t>
            </a:r>
            <a:br/>
            <a:r>
              <a:t>MRN: MRN916449</a:t>
            </a:r>
            <a:br/>
            <a:r>
              <a:t>DOB: 05/31/1963 (Age: 62)</a:t>
            </a:r>
            <a:br/>
            <a:r>
              <a:t>Contact: +1-538-472-1489x51343 / williamstracey@example.net</a:t>
            </a:r>
            <a:br/>
            <a:r>
              <a:t>Address: 6936 Ross Drive, Port Michelleville, 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125/88 mmHg</a:t>
            </a:r>
            <a:br/>
            <a:r>
              <a:t>Heart Rate: 65 bpm</a:t>
            </a:r>
            <a:br/>
            <a:r>
              <a:t>Temperature: 97.2°F</a:t>
            </a:r>
            <a:br/>
            <a:r>
              <a:t>Respiratory Rate: 19</a:t>
            </a:r>
            <a:br/>
            <a:r>
              <a:t>O2 Saturation: 95%</a:t>
            </a:r>
            <a:br/>
            <a:r>
              <a:t>Weight: 256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Jeffery Brock, DO</a:t>
            </a:r>
            <a:br/>
            <a:r>
              <a:t>Specialty: Neurology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