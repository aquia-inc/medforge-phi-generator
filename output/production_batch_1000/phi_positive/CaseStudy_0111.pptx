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Georgemouth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Amanda Foster</a:t>
            </a:r>
            <a:br/>
            <a:r>
              <a:t>MRN: MRN716118</a:t>
            </a:r>
            <a:br/>
            <a:r>
              <a:t>DOB: 12/20/1986 (Age: 38)</a:t>
            </a:r>
            <a:br/>
            <a:r>
              <a:t>Contact: 522-976-4579 / jonesnathan@example.org</a:t>
            </a:r>
            <a:br/>
            <a:r>
              <a:t>Address: 8154 Morales Ferry, Jenniferland, 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144/81 mmHg</a:t>
            </a:r>
            <a:br/>
            <a:r>
              <a:t>Heart Rate: 86 bpm</a:t>
            </a:r>
            <a:br/>
            <a:r>
              <a:t>Temperature: 97.7°F</a:t>
            </a:r>
            <a:br/>
            <a:r>
              <a:t>Respiratory Rate: 19</a:t>
            </a:r>
            <a:br/>
            <a:r>
              <a:t>O2 Saturation: 99%</a:t>
            </a:r>
            <a:br/>
            <a:r>
              <a:t>Weight: 275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Tammy Leon, MD</a:t>
            </a:r>
            <a:br/>
            <a:r>
              <a:t>Specialty: Cardiology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