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Cynthia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Crystal Sutton</a:t>
            </a:r>
            <a:br/>
            <a:r>
              <a:t>MRN: MRN459513</a:t>
            </a:r>
            <a:br/>
            <a:r>
              <a:t>DOB: 04/02/1942 (Age: 83)</a:t>
            </a:r>
            <a:br/>
            <a:r>
              <a:t>Contact: +1-928-745-5259x710 / usanchez@example.net</a:t>
            </a:r>
            <a:br/>
            <a:r>
              <a:t>Address: 7485 Hale Crossroad, Kimberlyshire, PW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142/87 mmHg</a:t>
            </a:r>
            <a:br/>
            <a:r>
              <a:t>Heart Rate: 100 bpm</a:t>
            </a:r>
            <a:br/>
            <a:r>
              <a:t>Temperature: 97.8°F</a:t>
            </a:r>
            <a:br/>
            <a:r>
              <a:t>Respiratory Rate: 13</a:t>
            </a:r>
            <a:br/>
            <a:r>
              <a:t>O2 Saturation: 97%</a:t>
            </a:r>
            <a:br/>
            <a:r>
              <a:t>Weight: 263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Jean Lynch, PA</a:t>
            </a:r>
            <a:br/>
            <a:r>
              <a:t>Specialty: Psychiatry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