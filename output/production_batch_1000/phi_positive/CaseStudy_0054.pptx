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Jenniferville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Emma Allen</a:t>
            </a:r>
            <a:br/>
            <a:r>
              <a:t>MRN: MRN848022</a:t>
            </a:r>
            <a:br/>
            <a:r>
              <a:t>DOB: 11/05/1965 (Age: 60)</a:t>
            </a:r>
            <a:br/>
            <a:r>
              <a:t>Contact: 752.558.0010x61817 / johnathan00@example.net</a:t>
            </a:r>
            <a:br/>
            <a:r>
              <a:t>Address: 93911 Melissa Curve, Douglasshire, 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142/77 mmHg</a:t>
            </a:r>
            <a:br/>
            <a:r>
              <a:t>Heart Rate: 67 bpm</a:t>
            </a:r>
            <a:br/>
            <a:r>
              <a:t>Temperature: 99.5°F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246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Paula Dominguez, NP</a:t>
            </a:r>
            <a:br/>
            <a:r>
              <a:t>Specialty: Psychiatry</a:t>
            </a:r>
            <a:br/>
            <a:br/>
            <a:r>
              <a:t>Primary diagnosis: Hyperlipidemia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