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Roberto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Henry Gonzalez</a:t>
            </a:r>
            <a:br/>
            <a:r>
              <a:t>MRN: MRN805097</a:t>
            </a:r>
            <a:br/>
            <a:r>
              <a:t>DOB: 07/20/1956 (Age: 69)</a:t>
            </a:r>
            <a:br/>
            <a:r>
              <a:t>Contact: (700)804-7091x10349 / millerhannah@example.net</a:t>
            </a:r>
            <a:br/>
            <a:r>
              <a:t>Address: 1181 Shaw Summit Suite 466, West Jessicafort,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115/72 mmHg</a:t>
            </a:r>
            <a:br/>
            <a:r>
              <a:t>Heart Rate: 63 bpm</a:t>
            </a:r>
            <a:br/>
            <a:r>
              <a:t>Temperature: 98.1°F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174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Sandra Dixon, MD</a:t>
            </a:r>
            <a:br/>
            <a:r>
              <a:t>Specialty: Gastroenterology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