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Jimenezport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Joshua Weber</a:t>
            </a:r>
            <a:br/>
            <a:r>
              <a:t>MRN: MRN184491</a:t>
            </a:r>
            <a:br/>
            <a:r>
              <a:t>DOB: 06/22/2004 (Age: 21)</a:t>
            </a:r>
            <a:br/>
            <a:r>
              <a:t>Contact: 629.592.2995x90010 / bmontgomery@example.com</a:t>
            </a:r>
            <a:br/>
            <a:r>
              <a:t>Address: 473 Evans Cliffs Apt. 276, Marshallmouth, 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None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113/76 mmHg</a:t>
            </a:r>
            <a:br/>
            <a:r>
              <a:t>Heart Rate: 86 bpm</a:t>
            </a:r>
            <a:br/>
            <a:r>
              <a:t>Temperature: 98.0°F</a:t>
            </a:r>
            <a:br/>
            <a:r>
              <a:t>Respiratory Rate: 12</a:t>
            </a:r>
            <a:br/>
            <a:r>
              <a:t>O2 Saturation: 99%</a:t>
            </a:r>
            <a:br/>
            <a:r>
              <a:t>Weight: 217 lbs</a:t>
            </a:r>
            <a:br/>
            <a:r>
              <a:t>Height: 75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Larry Higgins, MD</a:t>
            </a:r>
            <a:br/>
            <a:r>
              <a:t>Specialty: Gastroenterology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