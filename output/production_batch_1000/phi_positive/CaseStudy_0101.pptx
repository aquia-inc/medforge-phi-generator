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Ashleymouth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Kristin Johnson</a:t>
            </a:r>
            <a:br/>
            <a:r>
              <a:t>MRN: MRN296242</a:t>
            </a:r>
            <a:br/>
            <a:r>
              <a:t>DOB: 06/03/1986 (Age: 39)</a:t>
            </a:r>
            <a:br/>
            <a:r>
              <a:t>Contact: +1-671-807-0449x6410 / ysmith@example.com</a:t>
            </a:r>
            <a:br/>
            <a:r>
              <a:t>Address: 33626 Donna Bypass Suite 095, Lisashire, 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127/82 mmHg</a:t>
            </a:r>
            <a:br/>
            <a:r>
              <a:t>Heart Rate: 68 bpm</a:t>
            </a:r>
            <a:br/>
            <a:r>
              <a:t>Temperature: 98.0°F</a:t>
            </a:r>
            <a:br/>
            <a:r>
              <a:t>Respiratory Rate: 20</a:t>
            </a:r>
            <a:br/>
            <a:r>
              <a:t>O2 Saturation: 96%</a:t>
            </a:r>
            <a:br/>
            <a:r>
              <a:t>Weight: 259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Anthony Swanson, PA</a:t>
            </a:r>
            <a:br/>
            <a:r>
              <a:t>Specialty: Gastroenterology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