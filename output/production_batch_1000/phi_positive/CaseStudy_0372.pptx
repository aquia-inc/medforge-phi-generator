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Stephanie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Kathleen Hall</a:t>
            </a:r>
            <a:br/>
            <a:r>
              <a:t>MRN: MRN383114</a:t>
            </a:r>
            <a:br/>
            <a:r>
              <a:t>DOB: 03/18/1955 (Age: 70)</a:t>
            </a:r>
            <a:br/>
            <a:r>
              <a:t>Contact: 001-550-960-5411 / velazquezdarlene@example.com</a:t>
            </a:r>
            <a:br/>
            <a:r>
              <a:t>Address: 310 Daniels Vista Apt. 786, Shawnfurt,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122/89 mmHg</a:t>
            </a:r>
            <a:br/>
            <a:r>
              <a:t>Heart Rate: 79 bpm</a:t>
            </a:r>
            <a:br/>
            <a:r>
              <a:t>Temperature: 99.0°F</a:t>
            </a:r>
            <a:br/>
            <a:r>
              <a:t>Respiratory Rate: 18</a:t>
            </a:r>
            <a:br/>
            <a:r>
              <a:t>O2 Saturation: 99%</a:t>
            </a:r>
            <a:br/>
            <a:r>
              <a:t>Weight: 125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Angela Miranda, NP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