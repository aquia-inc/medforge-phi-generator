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 Lori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Jaclyn Huang</a:t>
            </a:r>
            <a:br/>
            <a:r>
              <a:t>MRN: MRN263459</a:t>
            </a:r>
            <a:br/>
            <a:r>
              <a:t>DOB: 08/23/2005 (Age: 20)</a:t>
            </a:r>
            <a:br/>
            <a:r>
              <a:t>Contact: 507-252-4003 / melissa09@example.net</a:t>
            </a:r>
            <a:br/>
            <a:r>
              <a:t>Address: 47254 Ryan Highway Apt. 689, New Gregory, 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pPr lvl="1">
              <a:defRPr sz="1400"/>
            </a:pPr>
            <a:r>
              <a:t>• Osteoarthritis (ICD-10: M19.90)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Omeprazole 20mg daily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Amlodipine 5mg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127/72 mmHg</a:t>
            </a:r>
            <a:br/>
            <a:r>
              <a:t>Heart Rate: 93 bpm</a:t>
            </a:r>
            <a:br/>
            <a:r>
              <a:t>Temperature: 97.9°F</a:t>
            </a:r>
            <a:br/>
            <a:r>
              <a:t>Respiratory Rate: 14</a:t>
            </a:r>
            <a:br/>
            <a:r>
              <a:t>O2 Saturation: 100%</a:t>
            </a:r>
            <a:br/>
            <a:r>
              <a:t>Weight: 174 lbs</a:t>
            </a:r>
            <a:br/>
            <a:r>
              <a:t>Height: 72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Karen Ashley, MD</a:t>
            </a:r>
            <a:br/>
            <a:r>
              <a:t>Specialty: Endocrinology</a:t>
            </a:r>
            <a:br/>
            <a:br/>
            <a:r>
              <a:t>Primary diagnosis: Chronic Kidney Disease, Stage 3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