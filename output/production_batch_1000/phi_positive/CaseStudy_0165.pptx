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Angela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Krista Miranda</a:t>
            </a:r>
            <a:br/>
            <a:r>
              <a:t>MRN: MRN361993</a:t>
            </a:r>
            <a:br/>
            <a:r>
              <a:t>DOB: 06/09/1951 (Age: 74)</a:t>
            </a:r>
            <a:br/>
            <a:r>
              <a:t>Contact: 554.269.5100 / zconley@example.org</a:t>
            </a:r>
            <a:br/>
            <a:r>
              <a:t>Address: 4596 Flowers Isle, Lake Brandonchester, MH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151/79 mmHg</a:t>
            </a:r>
            <a:br/>
            <a:r>
              <a:t>Heart Rate: 62 bpm</a:t>
            </a:r>
            <a:br/>
            <a:r>
              <a:t>Temperature: 98.8°F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134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Peter Adams, NP</a:t>
            </a:r>
            <a:br/>
            <a:r>
              <a:t>Specialty: Pulmonology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