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Matthewland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Tiffany Johnson</a:t>
            </a:r>
            <a:br/>
            <a:r>
              <a:t>MRN: MRN864733</a:t>
            </a:r>
            <a:br/>
            <a:r>
              <a:t>DOB: 01/11/1946 (Age: 79)</a:t>
            </a:r>
            <a:br/>
            <a:r>
              <a:t>Contact: (355)667-3238x3684 / kylelong@example.org</a:t>
            </a:r>
            <a:br/>
            <a:r>
              <a:t>Address: 074 Lee Flats, West Jessicastad, 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123/80 mmHg</a:t>
            </a:r>
            <a:br/>
            <a:r>
              <a:t>Heart Rate: 95 bpm</a:t>
            </a:r>
            <a:br/>
            <a:r>
              <a:t>Temperature: 99.2°F</a:t>
            </a:r>
            <a:br/>
            <a:r>
              <a:t>Respiratory Rate: 18</a:t>
            </a:r>
            <a:br/>
            <a:r>
              <a:t>O2 Saturation: 99%</a:t>
            </a:r>
            <a:br/>
            <a:r>
              <a:t>Weight: 230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Kathryn Mora, PA</a:t>
            </a:r>
            <a:br/>
            <a:r>
              <a:t>Specialty: Internal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