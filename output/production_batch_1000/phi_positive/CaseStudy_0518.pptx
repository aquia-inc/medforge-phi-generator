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Lauratown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Rachael Griffin</a:t>
            </a:r>
            <a:br/>
            <a:r>
              <a:t>MRN: MRN643945</a:t>
            </a:r>
            <a:br/>
            <a:r>
              <a:t>DOB: 10/11/1985 (Age: 40)</a:t>
            </a:r>
            <a:br/>
            <a:r>
              <a:t>Contact: 001-501-717-5556x7747 / williamsrobert@example.net</a:t>
            </a:r>
            <a:br/>
            <a:r>
              <a:t>Address: 4998 Kristen Overpass Apt. 677, East Andrewburgh, 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123/76 mmHg</a:t>
            </a:r>
            <a:br/>
            <a:r>
              <a:t>Heart Rate: 73 bpm</a:t>
            </a:r>
            <a:br/>
            <a:r>
              <a:t>Temperature: 99.4°F</a:t>
            </a:r>
            <a:br/>
            <a:r>
              <a:t>Respiratory Rate: 17</a:t>
            </a:r>
            <a:br/>
            <a:r>
              <a:t>O2 Saturation: 96%</a:t>
            </a:r>
            <a:br/>
            <a:r>
              <a:t>Weight: 254 lbs</a:t>
            </a:r>
            <a:br/>
            <a:r>
              <a:t>Height: 68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Barbara Taylor, NP</a:t>
            </a:r>
            <a:br/>
            <a:r>
              <a:t>Specialty: Family Medicine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