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Stephanieport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Joseph Johnson</a:t>
            </a:r>
            <a:br/>
            <a:r>
              <a:t>MRN: MRN781298</a:t>
            </a:r>
            <a:br/>
            <a:r>
              <a:t>DOB: 02/09/1960 (Age: 65)</a:t>
            </a:r>
            <a:br/>
            <a:r>
              <a:t>Contact: 267.751.8571x16456 / lori34@example.org</a:t>
            </a:r>
            <a:br/>
            <a:r>
              <a:t>Address: 073 Allen Bypass, West Allison, 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145/72 mmHg</a:t>
            </a:r>
            <a:br/>
            <a:r>
              <a:t>Heart Rate: 68 bpm</a:t>
            </a:r>
            <a:br/>
            <a:r>
              <a:t>Temperature: 98.9°F</a:t>
            </a:r>
            <a:br/>
            <a:r>
              <a:t>Respiratory Rate: 16</a:t>
            </a:r>
            <a:br/>
            <a:r>
              <a:t>O2 Saturation: 98%</a:t>
            </a:r>
            <a:br/>
            <a:r>
              <a:t>Weight: 252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Mark Gibbs, DO</a:t>
            </a:r>
            <a:br/>
            <a:r>
              <a:t>Specialty: Orthopedics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