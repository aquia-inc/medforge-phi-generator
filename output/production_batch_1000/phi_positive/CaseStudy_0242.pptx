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Heatherbury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Travis Welch</a:t>
            </a:r>
            <a:br/>
            <a:r>
              <a:t>MRN: MRN266309</a:t>
            </a:r>
            <a:br/>
            <a:r>
              <a:t>DOB: 08/18/1963 (Age: 62)</a:t>
            </a:r>
            <a:br/>
            <a:r>
              <a:t>Contact: (331)863-1297x55726 / chelsea37@example.net</a:t>
            </a:r>
            <a:br/>
            <a:r>
              <a:t>Address: 93899 Philip Expressway, North Kathryntown,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159/87 mmHg</a:t>
            </a:r>
            <a:br/>
            <a:r>
              <a:t>Heart Rate: 77 bpm</a:t>
            </a:r>
            <a:br/>
            <a:r>
              <a:t>Temperature: 99.2°F</a:t>
            </a:r>
            <a:br/>
            <a:r>
              <a:t>Respiratory Rate: 20</a:t>
            </a:r>
            <a:br/>
            <a:r>
              <a:t>O2 Saturation: 99%</a:t>
            </a:r>
            <a:br/>
            <a:r>
              <a:t>Weight: 146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Ronald Snyder, PA</a:t>
            </a:r>
            <a:br/>
            <a:r>
              <a:t>Specialty: Neurology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