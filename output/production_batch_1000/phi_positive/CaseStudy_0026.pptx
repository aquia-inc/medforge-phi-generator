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Randy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Bridges</a:t>
            </a:r>
            <a:br/>
            <a:r>
              <a:t>MRN: MRN162535</a:t>
            </a:r>
            <a:br/>
            <a:r>
              <a:t>DOB: 01/02/1955 (Age: 70)</a:t>
            </a:r>
            <a:br/>
            <a:r>
              <a:t>Contact: 001-646-767-1168 / uclements@example.net</a:t>
            </a:r>
            <a:br/>
            <a:r>
              <a:t>Address: 175 Laura Locks, South Mallory,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157/80 mmHg</a:t>
            </a:r>
            <a:br/>
            <a:r>
              <a:t>Heart Rate: 98 bpm</a:t>
            </a:r>
            <a:br/>
            <a:r>
              <a:t>Temperature: 97.6°F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267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Marcus Campbell, NP</a:t>
            </a:r>
            <a:br/>
            <a:r>
              <a:t>Specialty: Orthopedics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