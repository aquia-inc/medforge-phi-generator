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Annaborough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Ellen Marshall</a:t>
            </a:r>
            <a:br/>
            <a:r>
              <a:t>MRN: MRN898329</a:t>
            </a:r>
            <a:br/>
            <a:r>
              <a:t>DOB: 07/11/1940 (Age: 85)</a:t>
            </a:r>
            <a:br/>
            <a:r>
              <a:t>Contact: +1-337-427-4220 / david62@example.org</a:t>
            </a:r>
            <a:br/>
            <a:r>
              <a:t>Address: 427 Thompson Station, Lake Amandamouth, 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115/81 mmHg</a:t>
            </a:r>
            <a:br/>
            <a:r>
              <a:t>Heart Rate: 95 bpm</a:t>
            </a:r>
            <a:br/>
            <a:r>
              <a:t>Temperature: 97.2°F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123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Mary Cain, PA</a:t>
            </a:r>
            <a:br/>
            <a:r>
              <a:t>Specialty: Pulmonology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