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Ellisville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Marvin Young</a:t>
            </a:r>
            <a:br/>
            <a:r>
              <a:t>MRN: MRN525110</a:t>
            </a:r>
            <a:br/>
            <a:r>
              <a:t>DOB: 06/18/1934 (Age: 91)</a:t>
            </a:r>
            <a:br/>
            <a:r>
              <a:t>Contact: 001-200-448-9646x528 / geoffrey75@example.com</a:t>
            </a:r>
            <a:br/>
            <a:r>
              <a:t>Address: 58624 Lawrence Crossroad, Savageview, WA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154/87 mmHg</a:t>
            </a:r>
            <a:br/>
            <a:r>
              <a:t>Heart Rate: 90 bpm</a:t>
            </a:r>
            <a:br/>
            <a:r>
              <a:t>Temperature: 98.9°F</a:t>
            </a:r>
            <a:br/>
            <a:r>
              <a:t>Respiratory Rate: 15</a:t>
            </a:r>
            <a:br/>
            <a:r>
              <a:t>O2 Saturation: 96%</a:t>
            </a:r>
            <a:br/>
            <a:r>
              <a:t>Weight: 272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Sara Campbell, PA</a:t>
            </a:r>
            <a:br/>
            <a:r>
              <a:t>Specialty: Psychiatry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