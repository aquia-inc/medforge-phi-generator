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Smithville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Jennifer Davis</a:t>
            </a:r>
            <a:br/>
            <a:r>
              <a:t>MRN: MRN500661</a:t>
            </a:r>
            <a:br/>
            <a:r>
              <a:t>DOB: 05/26/1975 (Age: 50)</a:t>
            </a:r>
            <a:br/>
            <a:r>
              <a:t>Contact: 552.942.7622x15596 / jamie63@example.net</a:t>
            </a:r>
            <a:br/>
            <a:r>
              <a:t>Address: 594 James Port Suite 546, Ryanstad, 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117/85 mmHg</a:t>
            </a:r>
            <a:br/>
            <a:r>
              <a:t>Heart Rate: 92 bpm</a:t>
            </a:r>
            <a:br/>
            <a:r>
              <a:t>Temperature: 97.6°F</a:t>
            </a:r>
            <a:br/>
            <a:r>
              <a:t>Respiratory Rate: 19</a:t>
            </a:r>
            <a:br/>
            <a:r>
              <a:t>O2 Saturation: 97%</a:t>
            </a:r>
            <a:br/>
            <a:r>
              <a:t>Weight: 144 lbs</a:t>
            </a:r>
            <a:br/>
            <a:r>
              <a:t>Height: 65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Terry Palmer, PA</a:t>
            </a:r>
            <a:br/>
            <a:r>
              <a:t>Specialty: Neurology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