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Miketon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Michael Stewart</a:t>
            </a:r>
            <a:br/>
            <a:r>
              <a:t>MRN: MRN162894</a:t>
            </a:r>
            <a:br/>
            <a:r>
              <a:t>DOB: 12/29/1973 (Age: 51)</a:t>
            </a:r>
            <a:br/>
            <a:r>
              <a:t>Contact: 333-464-5257x77547 / wilkinsonmichele@example.org</a:t>
            </a:r>
            <a:br/>
            <a:r>
              <a:t>Address: 1108 Lisa Prairie, Hammondborough, PW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119/91 mmHg</a:t>
            </a:r>
            <a:br/>
            <a:r>
              <a:t>Heart Rate: 90 bpm</a:t>
            </a:r>
            <a:br/>
            <a:r>
              <a:t>Temperature: 97.6°F</a:t>
            </a:r>
            <a:br/>
            <a:r>
              <a:t>Respiratory Rate: 13</a:t>
            </a:r>
            <a:br/>
            <a:r>
              <a:t>O2 Saturation: 97%</a:t>
            </a:r>
            <a:br/>
            <a:r>
              <a:t>Weight: 262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Andrea Stephens, MD</a:t>
            </a:r>
            <a:br/>
            <a:r>
              <a:t>Specialty: Nephrology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