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Lake Mollymouth Medical Center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Grace Bradshaw</a:t>
            </a:r>
            <a:br/>
            <a:r>
              <a:t>MRN: MRN783823</a:t>
            </a:r>
            <a:br/>
            <a:r>
              <a:t>DOB: 04/17/1965 (Age: 60)</a:t>
            </a:r>
            <a:br/>
            <a:r>
              <a:t>Contact: +1-636-918-3242x10249 / harrisonkevin@example.com</a:t>
            </a:r>
            <a:br/>
            <a:r>
              <a:t>Address: 877 Carly Meadows Suite 940, East Suzanneshire, OR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Hyperlipidemia (ICD-10: E78.5)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Losartan 50mg daily</a:t>
            </a:r>
          </a:p>
          <a:p>
            <a:pPr lvl="1">
              <a:defRPr sz="1400"/>
            </a:pPr>
            <a:r>
              <a:t>• Levothyroxine 50mcg daily</a:t>
            </a:r>
          </a:p>
          <a:p>
            <a:pPr lvl="1">
              <a:defRPr sz="1400"/>
            </a:pPr>
            <a:r>
              <a:t>• Omeprazole 20mg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134/70 mmHg</a:t>
            </a:r>
            <a:br/>
            <a:r>
              <a:t>Heart Rate: 84 bpm</a:t>
            </a:r>
            <a:br/>
            <a:r>
              <a:t>Temperature: 97.7°F</a:t>
            </a:r>
            <a:br/>
            <a:r>
              <a:t>Respiratory Rate: 19</a:t>
            </a:r>
            <a:br/>
            <a:r>
              <a:t>O2 Saturation: 97%</a:t>
            </a:r>
            <a:br/>
            <a:r>
              <a:t>Weight: 228 lbs</a:t>
            </a:r>
            <a:br/>
            <a:r>
              <a:t>Height: 75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Yvonne Chambers, DO</a:t>
            </a:r>
            <a:br/>
            <a:r>
              <a:t>Specialty: Endocrinology</a:t>
            </a:r>
            <a:br/>
            <a:br/>
            <a:r>
              <a:t>Primary diagnosis: Hyperlipidemia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