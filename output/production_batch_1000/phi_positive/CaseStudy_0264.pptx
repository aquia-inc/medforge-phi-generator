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Stacyfort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Larry Roberts</a:t>
            </a:r>
            <a:br/>
            <a:r>
              <a:t>MRN: MRN232601</a:t>
            </a:r>
            <a:br/>
            <a:r>
              <a:t>DOB: 03/01/2003 (Age: 22)</a:t>
            </a:r>
            <a:br/>
            <a:r>
              <a:t>Contact: +1-668-556-9771 / heatherhenderson@example.net</a:t>
            </a:r>
            <a:br/>
            <a:r>
              <a:t>Address: 901 Christian Haven, Oconnorton,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139/75 mmHg</a:t>
            </a:r>
            <a:br/>
            <a:r>
              <a:t>Heart Rate: 80 bpm</a:t>
            </a:r>
            <a:br/>
            <a:r>
              <a:t>Temperature: 98.8°F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243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Carol Washington, PA</a:t>
            </a:r>
            <a:br/>
            <a:r>
              <a:t>Specialty: Nephrology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