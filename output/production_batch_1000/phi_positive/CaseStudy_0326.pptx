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Michaelshire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Bryan Berry</a:t>
            </a:r>
            <a:br/>
            <a:r>
              <a:t>MRN: MRN499591</a:t>
            </a:r>
            <a:br/>
            <a:r>
              <a:t>DOB: 03/06/1968 (Age: 57)</a:t>
            </a:r>
            <a:br/>
            <a:r>
              <a:t>Contact: 829.388.7275x44220 / heather69@example.org</a:t>
            </a:r>
            <a:br/>
            <a:r>
              <a:t>Address: 386 Johnson Light Suite 246, Harriston,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160/83 mmHg</a:t>
            </a:r>
            <a:br/>
            <a:r>
              <a:t>Heart Rate: 75 bpm</a:t>
            </a:r>
            <a:br/>
            <a:r>
              <a:t>Temperature: 97.0°F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123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Lauren Miller, DO</a:t>
            </a:r>
            <a:br/>
            <a:r>
              <a:t>Specialty: Gastroenterology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