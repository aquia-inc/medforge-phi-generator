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Sandra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James Cruz</a:t>
            </a:r>
            <a:br/>
            <a:r>
              <a:t>MRN: MRN684104</a:t>
            </a:r>
            <a:br/>
            <a:r>
              <a:t>DOB: 12/07/1987 (Age: 37)</a:t>
            </a:r>
            <a:br/>
            <a:r>
              <a:t>Contact: 430.798.4552 / kelly94@example.org</a:t>
            </a:r>
            <a:br/>
            <a:r>
              <a:t>Address: 514 Patricia Terrace, Doyleberg, 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124/75 mmHg</a:t>
            </a:r>
            <a:br/>
            <a:r>
              <a:t>Heart Rate: 60 bpm</a:t>
            </a:r>
            <a:br/>
            <a:r>
              <a:t>Temperature: 97.0°F</a:t>
            </a:r>
            <a:br/>
            <a:r>
              <a:t>Respiratory Rate: 20</a:t>
            </a:r>
            <a:br/>
            <a:r>
              <a:t>O2 Saturation: 98%</a:t>
            </a:r>
            <a:br/>
            <a:r>
              <a:t>Weight: 238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Allison Reynolds, PA</a:t>
            </a:r>
            <a:br/>
            <a:r>
              <a:t>Specialty: Family Medicine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