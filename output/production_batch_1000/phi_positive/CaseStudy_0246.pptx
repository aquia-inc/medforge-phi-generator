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Owensside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Robert Williams</a:t>
            </a:r>
            <a:br/>
            <a:r>
              <a:t>MRN: MRN893820</a:t>
            </a:r>
            <a:br/>
            <a:r>
              <a:t>DOB: 02/02/1960 (Age: 65)</a:t>
            </a:r>
            <a:br/>
            <a:r>
              <a:t>Contact: 844.543.9468 / danieljones@example.org</a:t>
            </a:r>
            <a:br/>
            <a:r>
              <a:t>Address: 57617 Shane Forges, South Kevinstad, 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Lisinopril 10mg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117/71 mmHg</a:t>
            </a:r>
            <a:br/>
            <a:r>
              <a:t>Heart Rate: 67 bpm</a:t>
            </a:r>
            <a:br/>
            <a:r>
              <a:t>Temperature: 98.1°F</a:t>
            </a:r>
            <a:br/>
            <a:r>
              <a:t>Respiratory Rate: 12</a:t>
            </a:r>
            <a:br/>
            <a:r>
              <a:t>O2 Saturation: 98%</a:t>
            </a:r>
            <a:br/>
            <a:r>
              <a:t>Weight: 206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Olivia Thompson, DO</a:t>
            </a:r>
            <a:br/>
            <a:r>
              <a:t>Specialty: Gastroenterology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