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Jamesbury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Samuel Brown</a:t>
            </a:r>
            <a:br/>
            <a:r>
              <a:t>MRN: MRN202564</a:t>
            </a:r>
            <a:br/>
            <a:r>
              <a:t>DOB: 11/17/1950 (Age: 75)</a:t>
            </a:r>
            <a:br/>
            <a:r>
              <a:t>Contact: 391-524-2695x75385 / pbrooks@example.com</a:t>
            </a:r>
            <a:br/>
            <a:r>
              <a:t>Address: 461 Anderson Mews, North Joseph, 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143/89 mmHg</a:t>
            </a:r>
            <a:br/>
            <a:r>
              <a:t>Heart Rate: 91 bpm</a:t>
            </a:r>
            <a:br/>
            <a:r>
              <a:t>Temperature: 98.3°F</a:t>
            </a:r>
            <a:br/>
            <a:r>
              <a:t>Respiratory Rate: 13</a:t>
            </a:r>
            <a:br/>
            <a:r>
              <a:t>O2 Saturation: 100%</a:t>
            </a:r>
            <a:br/>
            <a:r>
              <a:t>Weight: 132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Donald Sanders, MD</a:t>
            </a:r>
            <a:br/>
            <a:r>
              <a:t>Specialty: Endocrinology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