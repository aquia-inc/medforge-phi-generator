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Johnsonport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Alyssa Kelly</a:t>
            </a:r>
            <a:br/>
            <a:r>
              <a:t>MRN: MRN241879</a:t>
            </a:r>
            <a:br/>
            <a:r>
              <a:t>DOB: 07/17/1968 (Age: 57)</a:t>
            </a:r>
            <a:br/>
            <a:r>
              <a:t>Contact: 558-771-8452 / jocelyn26@example.net</a:t>
            </a:r>
            <a:br/>
            <a:r>
              <a:t>Address: 4701 Lee Estates Apt. 865, East Rebecca, 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126/80 mmHg</a:t>
            </a:r>
            <a:br/>
            <a:r>
              <a:t>Heart Rate: 70 bpm</a:t>
            </a:r>
            <a:br/>
            <a:r>
              <a:t>Temperature: 98.8°F</a:t>
            </a:r>
            <a:br/>
            <a:r>
              <a:t>Respiratory Rate: 13</a:t>
            </a:r>
            <a:br/>
            <a:r>
              <a:t>O2 Saturation: 95%</a:t>
            </a:r>
            <a:br/>
            <a:r>
              <a:t>Weight: 149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Jordan, NP</a:t>
            </a:r>
            <a:br/>
            <a:r>
              <a:t>Specialty: Family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