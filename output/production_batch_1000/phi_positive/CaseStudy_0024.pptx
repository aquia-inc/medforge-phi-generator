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Vargasfurt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Paula Herrera</a:t>
            </a:r>
            <a:br/>
            <a:r>
              <a:t>MRN: MRN177680</a:t>
            </a:r>
            <a:br/>
            <a:r>
              <a:t>DOB: 12/03/1957 (Age: 67)</a:t>
            </a:r>
            <a:br/>
            <a:r>
              <a:t>Contact: 001-535-529-0965x61014 / dbrooks@example.net</a:t>
            </a:r>
            <a:br/>
            <a:r>
              <a:t>Address: 0714 Knapp Corner, Port Sheliaberg,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158/83 mmHg</a:t>
            </a:r>
            <a:br/>
            <a:r>
              <a:t>Heart Rate: 98 bpm</a:t>
            </a:r>
            <a:br/>
            <a:r>
              <a:t>Temperature: 98.5°F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217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Matthew Mueller, PA</a:t>
            </a:r>
            <a:br/>
            <a:r>
              <a:t>Specialty: Nephrology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