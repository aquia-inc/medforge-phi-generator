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John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Sarah Morgan</a:t>
            </a:r>
            <a:br/>
            <a:r>
              <a:t>MRN: MRN354377</a:t>
            </a:r>
            <a:br/>
            <a:r>
              <a:t>DOB: 03/19/1968 (Age: 57)</a:t>
            </a:r>
            <a:br/>
            <a:r>
              <a:t>Contact: 456.641.1182x42241 / dgregory@example.net</a:t>
            </a:r>
            <a:br/>
            <a:r>
              <a:t>Address: 00461 Thomas Islands Suite 610, East Karen,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139/73 mmHg</a:t>
            </a:r>
            <a:br/>
            <a:r>
              <a:t>Heart Rate: 90 bpm</a:t>
            </a:r>
            <a:br/>
            <a:r>
              <a:t>Temperature: 98.9°F</a:t>
            </a:r>
            <a:br/>
            <a:r>
              <a:t>Respiratory Rate: 17</a:t>
            </a:r>
            <a:br/>
            <a:r>
              <a:t>O2 Saturation: 96%</a:t>
            </a:r>
            <a:br/>
            <a:r>
              <a:t>Weight: 214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Trevor Goodwin, PA</a:t>
            </a:r>
            <a:br/>
            <a:r>
              <a:t>Specialty: Internal Medicine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