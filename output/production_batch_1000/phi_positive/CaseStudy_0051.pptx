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Bradleyland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Jennifer Boyd</a:t>
            </a:r>
            <a:br/>
            <a:r>
              <a:t>MRN: MRN386488</a:t>
            </a:r>
            <a:br/>
            <a:r>
              <a:t>DOB: 09/16/1965 (Age: 60)</a:t>
            </a:r>
            <a:br/>
            <a:r>
              <a:t>Contact: +1-591-557-0184x09435 / joshua57@example.net</a:t>
            </a:r>
            <a:br/>
            <a:r>
              <a:t>Address: 2241 Susan Points, East Amyside, 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115/83 mmHg</a:t>
            </a:r>
            <a:br/>
            <a:r>
              <a:t>Heart Rate: 98 bpm</a:t>
            </a:r>
            <a:br/>
            <a:r>
              <a:t>Temperature: 99.5°F</a:t>
            </a:r>
            <a:br/>
            <a:r>
              <a:t>Respiratory Rate: 14</a:t>
            </a:r>
            <a:br/>
            <a:r>
              <a:t>O2 Saturation: 99%</a:t>
            </a:r>
            <a:br/>
            <a:r>
              <a:t>Weight: 195 lbs</a:t>
            </a:r>
            <a:br/>
            <a:r>
              <a:t>Height: 70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Donald Bush, MD</a:t>
            </a:r>
            <a:br/>
            <a:r>
              <a:t>Specialty: Family Medicine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