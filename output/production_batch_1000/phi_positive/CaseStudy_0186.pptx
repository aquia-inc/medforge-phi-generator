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Markstad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Anthony Porter</a:t>
            </a:r>
            <a:br/>
            <a:r>
              <a:t>MRN: MRN164468</a:t>
            </a:r>
            <a:br/>
            <a:r>
              <a:t>DOB: 03/02/1964 (Age: 61)</a:t>
            </a:r>
            <a:br/>
            <a:r>
              <a:t>Contact: +1-445-359-3965 / amandaedwards@example.com</a:t>
            </a:r>
            <a:br/>
            <a:r>
              <a:t>Address: 45531 Jacqueline Wall, North Joycefurt, 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146/95 mmHg</a:t>
            </a:r>
            <a:br/>
            <a:r>
              <a:t>Heart Rate: 79 bpm</a:t>
            </a:r>
            <a:br/>
            <a:r>
              <a:t>Temperature: 99.3°F</a:t>
            </a:r>
            <a:br/>
            <a:r>
              <a:t>Respiratory Rate: 18</a:t>
            </a:r>
            <a:br/>
            <a:r>
              <a:t>O2 Saturation: 100%</a:t>
            </a:r>
            <a:br/>
            <a:r>
              <a:t>Weight: 208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Jack Davis, MD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