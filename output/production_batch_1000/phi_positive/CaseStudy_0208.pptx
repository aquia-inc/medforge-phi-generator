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Hawkinsmouth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Karen Graves</a:t>
            </a:r>
            <a:br/>
            <a:r>
              <a:t>MRN: MRN274444</a:t>
            </a:r>
            <a:br/>
            <a:r>
              <a:t>DOB: 11/01/1949 (Age: 76)</a:t>
            </a:r>
            <a:br/>
            <a:r>
              <a:t>Contact: 001-540-736-4882x15977 / sheila66@example.org</a:t>
            </a:r>
            <a:br/>
            <a:r>
              <a:t>Address: 36066 Munoz Road, Campbellland, DC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130/88 mmHg</a:t>
            </a:r>
            <a:br/>
            <a:r>
              <a:t>Heart Rate: 68 bpm</a:t>
            </a:r>
            <a:br/>
            <a:r>
              <a:t>Temperature: 98.1°F</a:t>
            </a:r>
            <a:br/>
            <a:r>
              <a:t>Respiratory Rate: 17</a:t>
            </a:r>
            <a:br/>
            <a:r>
              <a:t>O2 Saturation: 96%</a:t>
            </a:r>
            <a:br/>
            <a:r>
              <a:t>Weight: 172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Bonnie Bradley, NP</a:t>
            </a:r>
            <a:br/>
            <a:r>
              <a:t>Specialty: Gastroenterology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