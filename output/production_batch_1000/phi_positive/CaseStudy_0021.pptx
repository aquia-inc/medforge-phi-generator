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Jose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Kevin White</a:t>
            </a:r>
            <a:br/>
            <a:r>
              <a:t>MRN: MRN381433</a:t>
            </a:r>
            <a:br/>
            <a:r>
              <a:t>DOB: 09/21/1961 (Age: 64)</a:t>
            </a:r>
            <a:br/>
            <a:r>
              <a:t>Contact: 442.870.8668 / jonathanrivera@example.org</a:t>
            </a:r>
            <a:br/>
            <a:r>
              <a:t>Address: 1830 Bennett Rapids Apt. 139, South Jason, PW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132/95 mmHg</a:t>
            </a:r>
            <a:br/>
            <a:r>
              <a:t>Heart Rate: 76 bpm</a:t>
            </a:r>
            <a:br/>
            <a:r>
              <a:t>Temperature: 97.9°F</a:t>
            </a:r>
            <a:br/>
            <a:r>
              <a:t>Respiratory Rate: 16</a:t>
            </a:r>
            <a:br/>
            <a:r>
              <a:t>O2 Saturation: 99%</a:t>
            </a:r>
            <a:br/>
            <a:r>
              <a:t>Weight: 122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Kevin Stout, MD</a:t>
            </a:r>
            <a:br/>
            <a:r>
              <a:t>Specialty: Endocrinology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