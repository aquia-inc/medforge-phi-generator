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Autumnfort Health System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Emily Perkins</a:t>
            </a:r>
            <a:br/>
            <a:r>
              <a:t>MRN: MRN228950</a:t>
            </a:r>
            <a:br/>
            <a:r>
              <a:t>DOB: 12/06/1994 (Age: 30)</a:t>
            </a:r>
            <a:br/>
            <a:r>
              <a:t>Contact: 001-394-575-8166x0284 / njackson@example.net</a:t>
            </a:r>
            <a:br/>
            <a:r>
              <a:t>Address: 0407 John Valley Suite 147, Lebury, LA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Coronary Artery Disease (ICD-10: I25.10)</a:t>
            </a:r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pPr lvl="1">
              <a:defRPr sz="1400"/>
            </a:pPr>
            <a:r>
              <a:t>• Hypothyroidism (ICD-10: E03.9)</a:t>
            </a:r>
          </a:p>
          <a:p>
            <a:pPr lvl="1">
              <a:defRPr sz="1400"/>
            </a:pPr>
            <a:r>
              <a:t>• Hyperlipidemia (ICD-10: E78.5)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Metoprolol 25mg twice daily</a:t>
            </a:r>
          </a:p>
          <a:p>
            <a:pPr lvl="1">
              <a:defRPr sz="1400"/>
            </a:pPr>
            <a:r>
              <a:t>• Sertraline 50mg daily</a:t>
            </a:r>
          </a:p>
          <a:p>
            <a:pPr lvl="1">
              <a:defRPr sz="1400"/>
            </a:pPr>
            <a:r>
              <a:t>• Amlodipine 5mg daily</a:t>
            </a:r>
          </a:p>
          <a:p>
            <a:pPr lvl="1">
              <a:defRPr sz="1400"/>
            </a:pPr>
            <a:r>
              <a:t>• Omeprazole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123/84 mmHg</a:t>
            </a:r>
            <a:br/>
            <a:r>
              <a:t>Heart Rate: 98 bpm</a:t>
            </a:r>
            <a:br/>
            <a:r>
              <a:t>Temperature: 97.8°F</a:t>
            </a:r>
            <a:br/>
            <a:r>
              <a:t>Respiratory Rate: 14</a:t>
            </a:r>
            <a:br/>
            <a:r>
              <a:t>O2 Saturation: 100%</a:t>
            </a:r>
            <a:br/>
            <a:r>
              <a:t>Weight: 120 lbs</a:t>
            </a:r>
            <a:br/>
            <a:r>
              <a:t>Height: 75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Angela Reeves, MD</a:t>
            </a:r>
            <a:br/>
            <a:r>
              <a:t>Specialty: Internal Medicine</a:t>
            </a:r>
            <a:br/>
            <a:br/>
            <a:r>
              <a:t>Primary diagnosis: Coronary Artery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