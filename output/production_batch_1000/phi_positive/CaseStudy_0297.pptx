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Dianafort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Thomas Compton</a:t>
            </a:r>
            <a:br/>
            <a:r>
              <a:t>MRN: MRN198181</a:t>
            </a:r>
            <a:br/>
            <a:r>
              <a:t>DOB: 02/01/1958 (Age: 67)</a:t>
            </a:r>
            <a:br/>
            <a:r>
              <a:t>Contact: (434)788-8237x25442 / markjones@example.com</a:t>
            </a:r>
            <a:br/>
            <a:r>
              <a:t>Address: 050 Johnathan Lakes, New Jill, 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142/91 mmHg</a:t>
            </a:r>
            <a:br/>
            <a:r>
              <a:t>Heart Rate: 94 bpm</a:t>
            </a:r>
            <a:br/>
            <a:r>
              <a:t>Temperature: 98.7°F</a:t>
            </a:r>
            <a:br/>
            <a:r>
              <a:t>Respiratory Rate: 18</a:t>
            </a:r>
            <a:br/>
            <a:r>
              <a:t>O2 Saturation: 95%</a:t>
            </a:r>
            <a:br/>
            <a:r>
              <a:t>Weight: 277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Suzanne Moore, MD</a:t>
            </a:r>
            <a:br/>
            <a:r>
              <a:t>Specialty: Pulmonology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