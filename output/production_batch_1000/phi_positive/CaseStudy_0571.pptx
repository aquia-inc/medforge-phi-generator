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Bellhaven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Jeffrey Gonzalez</a:t>
            </a:r>
            <a:br/>
            <a:r>
              <a:t>MRN: MRN543004</a:t>
            </a:r>
            <a:br/>
            <a:r>
              <a:t>DOB: 03/07/2002 (Age: 23)</a:t>
            </a:r>
            <a:br/>
            <a:r>
              <a:t>Contact: 412.343.4666 / sandratrujillo@example.org</a:t>
            </a:r>
            <a:br/>
            <a:r>
              <a:t>Address: 3944 Kathryn Alley, Port Staceychester,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141/70 mmHg</a:t>
            </a:r>
            <a:br/>
            <a:r>
              <a:t>Heart Rate: 63 bpm</a:t>
            </a:r>
            <a:br/>
            <a:r>
              <a:t>Temperature: 97.1°F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196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Heather Smith, DO</a:t>
            </a:r>
            <a:br/>
            <a:r>
              <a:t>Specialty: Internal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