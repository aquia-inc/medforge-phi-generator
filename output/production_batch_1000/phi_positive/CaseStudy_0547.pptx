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Johnburgh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Christian Thompson</a:t>
            </a:r>
            <a:br/>
            <a:r>
              <a:t>MRN: MRN441242</a:t>
            </a:r>
            <a:br/>
            <a:r>
              <a:t>DOB: 07/30/1953 (Age: 72)</a:t>
            </a:r>
            <a:br/>
            <a:r>
              <a:t>Contact: 721-215-4448 / ericaavila@example.net</a:t>
            </a:r>
            <a:br/>
            <a:r>
              <a:t>Address: 16810 Garcia Orchard, Gregoryfort, 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139/91 mmHg</a:t>
            </a:r>
            <a:br/>
            <a:r>
              <a:t>Heart Rate: 73 bpm</a:t>
            </a:r>
            <a:br/>
            <a:r>
              <a:t>Temperature: 97.5°F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269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Shelby Walters, MD</a:t>
            </a:r>
            <a:br/>
            <a:r>
              <a:t>Specialty: Gastroenterology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