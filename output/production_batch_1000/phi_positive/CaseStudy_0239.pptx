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Derrickhaven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Daniel Rivera</a:t>
            </a:r>
            <a:br/>
            <a:r>
              <a:t>MRN: MRN300070</a:t>
            </a:r>
            <a:br/>
            <a:r>
              <a:t>DOB: 06/06/1977 (Age: 48)</a:t>
            </a:r>
            <a:br/>
            <a:r>
              <a:t>Contact: +1-243-418-3436x9531 / rwebb@example.net</a:t>
            </a:r>
            <a:br/>
            <a:r>
              <a:t>Address: 0629 Stacy Mountain, South Rebecca, 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159/84 mmHg</a:t>
            </a:r>
            <a:br/>
            <a:r>
              <a:t>Heart Rate: 69 bpm</a:t>
            </a:r>
            <a:br/>
            <a:r>
              <a:t>Temperature: 98.2°F</a:t>
            </a:r>
            <a:br/>
            <a:r>
              <a:t>Respiratory Rate: 12</a:t>
            </a:r>
            <a:br/>
            <a:r>
              <a:t>O2 Saturation: 95%</a:t>
            </a:r>
            <a:br/>
            <a:r>
              <a:t>Weight: 162 lbs</a:t>
            </a:r>
            <a:br/>
            <a:r>
              <a:t>Height: 64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Renee Lewis, PA</a:t>
            </a:r>
            <a:br/>
            <a:r>
              <a:t>Specialty: Neurology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