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Port Donaldhaven Health System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Carrie Fritz</a:t>
            </a:r>
            <a:br/>
            <a:r>
              <a:t>MRN: MRN321659</a:t>
            </a:r>
            <a:br/>
            <a:r>
              <a:t>DOB: 12/29/1948 (Age: 76)</a:t>
            </a:r>
            <a:br/>
            <a:r>
              <a:t>Contact: 319.852.3710x06876 / nicole81@example.net</a:t>
            </a:r>
            <a:br/>
            <a:r>
              <a:t>Address: 7046 Michael Stravenue, Pattersonville, CT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Major Depressive Disorder (ICD-10: F33.1)</a:t>
            </a:r>
          </a:p>
          <a:p>
            <a:pPr lvl="1">
              <a:defRPr sz="1400"/>
            </a:pPr>
            <a:r>
              <a:t>• Type 2 Diabetes Mellitus (ICD-10: E11.9)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Gabapentin 300mg three times daily</a:t>
            </a:r>
          </a:p>
          <a:p>
            <a:pPr lvl="1">
              <a:defRPr sz="1400"/>
            </a:pPr>
            <a:r>
              <a:t>• Omeprazole 20mg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121/76 mmHg</a:t>
            </a:r>
            <a:br/>
            <a:r>
              <a:t>Heart Rate: 72 bpm</a:t>
            </a:r>
            <a:br/>
            <a:r>
              <a:t>Temperature: 99.1°F</a:t>
            </a:r>
            <a:br/>
            <a:r>
              <a:t>Respiratory Rate: 15</a:t>
            </a:r>
            <a:br/>
            <a:r>
              <a:t>O2 Saturation: 95%</a:t>
            </a:r>
            <a:br/>
            <a:r>
              <a:t>Weight: 236 lbs</a:t>
            </a:r>
            <a:br/>
            <a:r>
              <a:t>Height: 61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Melanie Chang, NP</a:t>
            </a:r>
            <a:br/>
            <a:r>
              <a:t>Specialty: Endocrinology</a:t>
            </a:r>
            <a:br/>
            <a:br/>
            <a:r>
              <a:t>Primary diagnosis: Major Depressive Disorder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