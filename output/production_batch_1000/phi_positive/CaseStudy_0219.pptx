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Cherryshire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William Gutierrez</a:t>
            </a:r>
            <a:br/>
            <a:r>
              <a:t>MRN: MRN254532</a:t>
            </a:r>
            <a:br/>
            <a:r>
              <a:t>DOB: 06/16/1955 (Age: 70)</a:t>
            </a:r>
            <a:br/>
            <a:r>
              <a:t>Contact: 455.570.7731 / morrismatthew@example.org</a:t>
            </a:r>
            <a:br/>
            <a:r>
              <a:t>Address: 0521 Williamson Spring Apt. 844, Bradleystad, 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114/85 mmHg</a:t>
            </a:r>
            <a:br/>
            <a:r>
              <a:t>Heart Rate: 61 bpm</a:t>
            </a:r>
            <a:br/>
            <a:r>
              <a:t>Temperature: 99.4°F</a:t>
            </a:r>
            <a:br/>
            <a:r>
              <a:t>Respiratory Rate: 18</a:t>
            </a:r>
            <a:br/>
            <a:r>
              <a:t>O2 Saturation: 99%</a:t>
            </a:r>
            <a:br/>
            <a:r>
              <a:t>Weight: 203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Jason Bonilla, NP</a:t>
            </a:r>
            <a:br/>
            <a:r>
              <a:t>Specialty: Orthopedics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