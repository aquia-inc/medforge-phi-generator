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Andersonburgh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Ann Fuller</a:t>
            </a:r>
            <a:br/>
            <a:r>
              <a:t>MRN: MRN110413</a:t>
            </a:r>
            <a:br/>
            <a:r>
              <a:t>DOB: 05/12/1943 (Age: 82)</a:t>
            </a:r>
            <a:br/>
            <a:r>
              <a:t>Contact: 394.752.3959x60233 / hshah@example.com</a:t>
            </a:r>
            <a:br/>
            <a:r>
              <a:t>Address: 9032 Alexander Plaza Apt. 609, Sheilamouth, 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143/93 mmHg</a:t>
            </a:r>
            <a:br/>
            <a:r>
              <a:t>Heart Rate: 60 bpm</a:t>
            </a:r>
            <a:br/>
            <a:r>
              <a:t>Temperature: 99.5°F</a:t>
            </a:r>
            <a:br/>
            <a:r>
              <a:t>Respiratory Rate: 14</a:t>
            </a:r>
            <a:br/>
            <a:r>
              <a:t>O2 Saturation: 100%</a:t>
            </a:r>
            <a:br/>
            <a:r>
              <a:t>Weight: 235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Gary Pope, MD</a:t>
            </a:r>
            <a:br/>
            <a:r>
              <a:t>Specialty: Endocrinology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