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Ronaldfurt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Andrew Jimenez</a:t>
            </a:r>
            <a:br/>
            <a:r>
              <a:t>MRN: MRN535457</a:t>
            </a:r>
            <a:br/>
            <a:r>
              <a:t>DOB: 08/19/1958 (Age: 67)</a:t>
            </a:r>
            <a:br/>
            <a:r>
              <a:t>Contact: 001-446-420-7856 / qrodriguez@example.org</a:t>
            </a:r>
            <a:br/>
            <a:r>
              <a:t>Address: 26118 Hunt Way Apt. 109, South Mary,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141/75 mmHg</a:t>
            </a:r>
            <a:br/>
            <a:r>
              <a:t>Heart Rate: 67 bpm</a:t>
            </a:r>
            <a:br/>
            <a:r>
              <a:t>Temperature: 97.6°F</a:t>
            </a:r>
            <a:br/>
            <a:r>
              <a:t>Respiratory Rate: 16</a:t>
            </a:r>
            <a:br/>
            <a:r>
              <a:t>O2 Saturation: 97%</a:t>
            </a:r>
            <a:br/>
            <a:r>
              <a:t>Weight: 139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Carlos Ramirez, MD</a:t>
            </a:r>
            <a:br/>
            <a:r>
              <a:t>Specialty: Gastroenterology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