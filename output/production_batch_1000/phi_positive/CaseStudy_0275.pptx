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South Terri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Nicole Parks</a:t>
            </a:r>
            <a:br/>
            <a:r>
              <a:t>MRN: MRN226672</a:t>
            </a:r>
            <a:br/>
            <a:r>
              <a:t>DOB: 02/20/1960 (Age: 65)</a:t>
            </a:r>
            <a:br/>
            <a:r>
              <a:t>Contact: +1-700-678-8369x22338 / youngjaime@example.net</a:t>
            </a:r>
            <a:br/>
            <a:r>
              <a:t>Address: 85023 Kathy Dam Suite 532, Youngmouth, 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Lisinopril 10mg daily</a:t>
            </a:r>
          </a:p>
          <a:p>
            <a:pPr lvl="1">
              <a:defRPr sz="1400"/>
            </a:pPr>
            <a:r>
              <a:t>• Omeprazole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114/91 mmHg</a:t>
            </a:r>
            <a:br/>
            <a:r>
              <a:t>Heart Rate: 77 bpm</a:t>
            </a:r>
            <a:br/>
            <a:r>
              <a:t>Temperature: 98.6°F</a:t>
            </a:r>
            <a:br/>
            <a:r>
              <a:t>Respiratory Rate: 17</a:t>
            </a:r>
            <a:br/>
            <a:r>
              <a:t>O2 Saturation: 95%</a:t>
            </a:r>
            <a:br/>
            <a:r>
              <a:t>Weight: 137 lbs</a:t>
            </a:r>
            <a:br/>
            <a:r>
              <a:t>Height: 66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Justin Hayes, PA</a:t>
            </a:r>
            <a:br/>
            <a:r>
              <a:t>Specialty: Nephrology</a:t>
            </a:r>
            <a:br/>
            <a:br/>
            <a:r>
              <a:t>Primary diagnosis: Gastroesophageal Reflux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