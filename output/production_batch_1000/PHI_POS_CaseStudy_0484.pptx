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Smithfurt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Karen Schwartz</a:t>
            </a:r>
            <a:br/>
            <a:r>
              <a:t>MRN: MRN845647</a:t>
            </a:r>
            <a:br/>
            <a:r>
              <a:t>DOB: 11/10/2006 (Age: 19)</a:t>
            </a:r>
            <a:br/>
            <a:r>
              <a:t>Contact: +1-363-515-4309x9034 / kellyparker@example.com</a:t>
            </a:r>
            <a:br/>
            <a:r>
              <a:t>Address: 667 Jamie Inlet, Keithborough, 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130/79 mmHg</a:t>
            </a:r>
            <a:br/>
            <a:r>
              <a:t>Heart Rate: 83 bpm</a:t>
            </a:r>
            <a:br/>
            <a:r>
              <a:t>Temperature: 97.1°F</a:t>
            </a:r>
            <a:br/>
            <a:r>
              <a:t>Respiratory Rate: 20</a:t>
            </a:r>
            <a:br/>
            <a:r>
              <a:t>O2 Saturation: 99%</a:t>
            </a:r>
            <a:br/>
            <a:r>
              <a:t>Weight: 151 lbs</a:t>
            </a:r>
            <a:br/>
            <a:r>
              <a:t>Height: 74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Julie Turner, PA</a:t>
            </a:r>
            <a:br/>
            <a:r>
              <a:t>Specialty: Pulmonology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