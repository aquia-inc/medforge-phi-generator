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Brianna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Tiffany Zimmerman</a:t>
            </a:r>
            <a:br/>
            <a:r>
              <a:t>MRN: MRN712401</a:t>
            </a:r>
            <a:br/>
            <a:r>
              <a:t>DOB: 06/04/1979 (Age: 46)</a:t>
            </a:r>
            <a:br/>
            <a:r>
              <a:t>Contact: 937-895-0209x70026 / cobbdebra@example.org</a:t>
            </a:r>
            <a:br/>
            <a:r>
              <a:t>Address: 715 Carey Knolls, Thompsontown, 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151/91 mmHg</a:t>
            </a:r>
            <a:br/>
            <a:r>
              <a:t>Heart Rate: 81 bpm</a:t>
            </a:r>
            <a:br/>
            <a:r>
              <a:t>Temperature: 97.6°F</a:t>
            </a:r>
            <a:br/>
            <a:r>
              <a:t>Respiratory Rate: 19</a:t>
            </a:r>
            <a:br/>
            <a:r>
              <a:t>O2 Saturation: 100%</a:t>
            </a:r>
            <a:br/>
            <a:r>
              <a:t>Weight: 245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Mitchell Lee, DO</a:t>
            </a:r>
            <a:br/>
            <a:r>
              <a:t>Specialty: Gastroenterology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