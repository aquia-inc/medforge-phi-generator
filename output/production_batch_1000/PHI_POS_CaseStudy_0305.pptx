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Jeanbury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Tara Lewis</a:t>
            </a:r>
            <a:br/>
            <a:r>
              <a:t>MRN: MRN852170</a:t>
            </a:r>
            <a:br/>
            <a:r>
              <a:t>DOB: 06/03/1973 (Age: 52)</a:t>
            </a:r>
            <a:br/>
            <a:r>
              <a:t>Contact: 001-266-880-8950x491 / carterchristopher@example.org</a:t>
            </a:r>
            <a:br/>
            <a:r>
              <a:t>Address: 7852 Connie Prairie Suite 933, Hawkinston, WI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146/71 mmHg</a:t>
            </a:r>
            <a:br/>
            <a:r>
              <a:t>Heart Rate: 72 bpm</a:t>
            </a:r>
            <a:br/>
            <a:r>
              <a:t>Temperature: 98.9°F</a:t>
            </a:r>
            <a:br/>
            <a:r>
              <a:t>Respiratory Rate: 18</a:t>
            </a:r>
            <a:br/>
            <a:r>
              <a:t>O2 Saturation: 98%</a:t>
            </a:r>
            <a:br/>
            <a:r>
              <a:t>Weight: 256 lbs</a:t>
            </a:r>
            <a:br/>
            <a:r>
              <a:t>Height: 62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Erin Sanchez, DO</a:t>
            </a:r>
            <a:br/>
            <a:r>
              <a:t>Specialty: Neurology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