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Jessica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Amanda Schultz</a:t>
            </a:r>
            <a:br/>
            <a:r>
              <a:t>MRN: MRN834008</a:t>
            </a:r>
            <a:br/>
            <a:r>
              <a:t>DOB: 06/16/1999 (Age: 26)</a:t>
            </a:r>
            <a:br/>
            <a:r>
              <a:t>Contact: 725-637-7696x732 / freyes@example.org</a:t>
            </a:r>
            <a:br/>
            <a:r>
              <a:t>Address: 737 Jason Burgs, Stephenberg, 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126/78 mmHg</a:t>
            </a:r>
            <a:br/>
            <a:r>
              <a:t>Heart Rate: 87 bpm</a:t>
            </a:r>
            <a:br/>
            <a:r>
              <a:t>Temperature: 97.1°F</a:t>
            </a:r>
            <a:br/>
            <a:r>
              <a:t>Respiratory Rate: 20</a:t>
            </a:r>
            <a:br/>
            <a:r>
              <a:t>O2 Saturation: 96%</a:t>
            </a:r>
            <a:br/>
            <a:r>
              <a:t>Weight: 256 lbs</a:t>
            </a:r>
            <a:br/>
            <a:r>
              <a:t>Height: 71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Melissa Singh, MD</a:t>
            </a:r>
            <a:br/>
            <a:r>
              <a:t>Specialty: Neurology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