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Melinda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Heather Hart</a:t>
            </a:r>
            <a:br/>
            <a:r>
              <a:t>MRN: MRN945143</a:t>
            </a:r>
            <a:br/>
            <a:r>
              <a:t>DOB: 12/27/1937 (Age: 87)</a:t>
            </a:r>
            <a:br/>
            <a:r>
              <a:t>Contact: (442)749-4700 / armstrongbill@example.net</a:t>
            </a:r>
            <a:br/>
            <a:r>
              <a:t>Address: 44609 Lamb Mountains Suite 248, Washingtonmouth, 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160/90 mmHg</a:t>
            </a:r>
            <a:br/>
            <a:r>
              <a:t>Heart Rate: 66 bpm</a:t>
            </a:r>
            <a:br/>
            <a:r>
              <a:t>Temperature: 98.4°F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212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Stephanie Krueger, PA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