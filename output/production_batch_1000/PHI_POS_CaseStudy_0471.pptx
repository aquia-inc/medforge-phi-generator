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Suttonchester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Courtney Sutton</a:t>
            </a:r>
            <a:br/>
            <a:r>
              <a:t>MRN: MRN766206</a:t>
            </a:r>
            <a:br/>
            <a:r>
              <a:t>DOB: 05/03/2001 (Age: 24)</a:t>
            </a:r>
            <a:br/>
            <a:r>
              <a:t>Contact: 001-253-612-0085 / comptonanthony@example.org</a:t>
            </a:r>
            <a:br/>
            <a:r>
              <a:t>Address: 70364 Nicole Union Suite 331, West Lisa, FL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115/92 mmHg</a:t>
            </a:r>
            <a:br/>
            <a:r>
              <a:t>Heart Rate: 69 bpm</a:t>
            </a:r>
            <a:br/>
            <a:r>
              <a:t>Temperature: 98.9°F</a:t>
            </a:r>
            <a:br/>
            <a:r>
              <a:t>Respiratory Rate: 12</a:t>
            </a:r>
            <a:br/>
            <a:r>
              <a:t>O2 Saturation: 97%</a:t>
            </a:r>
            <a:br/>
            <a:r>
              <a:t>Weight: 191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Bryan Wilkerson, NP</a:t>
            </a:r>
            <a:br/>
            <a:r>
              <a:t>Specialty: Neurology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