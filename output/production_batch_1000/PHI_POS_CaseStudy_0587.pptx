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Michelemouth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David Taylor</a:t>
            </a:r>
            <a:br/>
            <a:r>
              <a:t>MRN: MRN244671</a:t>
            </a:r>
            <a:br/>
            <a:r>
              <a:t>DOB: 05/29/2005 (Age: 20)</a:t>
            </a:r>
            <a:br/>
            <a:r>
              <a:t>Contact: 429.550.1023 / jennifermolina@example.org</a:t>
            </a:r>
            <a:br/>
            <a:r>
              <a:t>Address: 928 House Villages, West Tinafort,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148/92 mmHg</a:t>
            </a:r>
            <a:br/>
            <a:r>
              <a:t>Heart Rate: 97 bpm</a:t>
            </a:r>
            <a:br/>
            <a:r>
              <a:t>Temperature: 98.0°F</a:t>
            </a:r>
            <a:br/>
            <a:r>
              <a:t>Respiratory Rate: 14</a:t>
            </a:r>
            <a:br/>
            <a:r>
              <a:t>O2 Saturation: 98%</a:t>
            </a:r>
            <a:br/>
            <a:r>
              <a:t>Weight: 188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Barry Taylor, DO</a:t>
            </a:r>
            <a:br/>
            <a:r>
              <a:t>Specialty: Cardiology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