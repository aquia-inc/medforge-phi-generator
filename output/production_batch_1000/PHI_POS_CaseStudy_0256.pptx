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Oliviaburgh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Michelle Crosby</a:t>
            </a:r>
            <a:br/>
            <a:r>
              <a:t>MRN: MRN961010</a:t>
            </a:r>
            <a:br/>
            <a:r>
              <a:t>DOB: 11/28/1999 (Age: 25)</a:t>
            </a:r>
            <a:br/>
            <a:r>
              <a:t>Contact: (601)248-3335 / rodriguezscott@example.net</a:t>
            </a:r>
            <a:br/>
            <a:r>
              <a:t>Address: 0308 Johns Locks, Taylorfort, AZ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157/72 mmHg</a:t>
            </a:r>
            <a:br/>
            <a:r>
              <a:t>Heart Rate: 68 bpm</a:t>
            </a:r>
            <a:br/>
            <a:r>
              <a:t>Temperature: 97.6°F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190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Ashley Esparza, MD</a:t>
            </a:r>
            <a:br/>
            <a:r>
              <a:t>Specialty: Psychiatry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