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Derek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Rick Cantu</a:t>
            </a:r>
            <a:br/>
            <a:r>
              <a:t>MRN: MRN439658</a:t>
            </a:r>
            <a:br/>
            <a:r>
              <a:t>DOB: 09/26/1944 (Age: 81)</a:t>
            </a:r>
            <a:br/>
            <a:r>
              <a:t>Contact: 334.274.2463 / jesse79@example.com</a:t>
            </a:r>
            <a:br/>
            <a:r>
              <a:t>Address: 008 Page Divide Suite 690, Port Desiree,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151/74 mmHg</a:t>
            </a:r>
            <a:br/>
            <a:r>
              <a:t>Heart Rate: 90 bpm</a:t>
            </a:r>
            <a:br/>
            <a:r>
              <a:t>Temperature: 97.4°F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205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Teresa Kim, PA</a:t>
            </a:r>
            <a:br/>
            <a:r>
              <a:t>Specialty: Internal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