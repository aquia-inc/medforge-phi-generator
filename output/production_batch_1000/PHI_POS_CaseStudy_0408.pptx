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Alicia Regional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Connie Frye</a:t>
            </a:r>
            <a:br/>
            <a:r>
              <a:t>MRN: MRN106662</a:t>
            </a:r>
            <a:br/>
            <a:r>
              <a:t>DOB: 09/14/1970 (Age: 55)</a:t>
            </a:r>
            <a:br/>
            <a:r>
              <a:t>Contact: 001-760-506-6161 / alexanderrichard@example.net</a:t>
            </a:r>
            <a:br/>
            <a:r>
              <a:t>Address: 4569 Park Course, West Jasonfurt, 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Major Depressive Disorder (ICD-10: F33.1)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Amlodipine 5mg daily</a:t>
            </a:r>
          </a:p>
          <a:p>
            <a:pPr lvl="1">
              <a:defRPr sz="1400"/>
            </a:pPr>
            <a:r>
              <a:t>• Levothyroxine 50mcg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159/88 mmHg</a:t>
            </a:r>
            <a:br/>
            <a:r>
              <a:t>Heart Rate: 82 bpm</a:t>
            </a:r>
            <a:br/>
            <a:r>
              <a:t>Temperature: 99.2°F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157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Theresa Murphy, NP</a:t>
            </a:r>
            <a:br/>
            <a:r>
              <a:t>Specialty: Cardiology</a:t>
            </a:r>
            <a:br/>
            <a:br/>
            <a:r>
              <a:t>Primary diagnosis: Major Depressive Disorder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