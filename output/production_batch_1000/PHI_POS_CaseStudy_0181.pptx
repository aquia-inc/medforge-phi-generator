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Floresburgh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Sierra Goodman</a:t>
            </a:r>
            <a:br/>
            <a:r>
              <a:t>MRN: MRN624344</a:t>
            </a:r>
            <a:br/>
            <a:r>
              <a:t>DOB: 06/29/2000 (Age: 25)</a:t>
            </a:r>
            <a:br/>
            <a:r>
              <a:t>Contact: 722.605.4221x626 / mhorn@example.org</a:t>
            </a:r>
            <a:br/>
            <a:r>
              <a:t>Address: 833 Phillips Mills, West Waynehaven, NM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None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139/82 mmHg</a:t>
            </a:r>
            <a:br/>
            <a:r>
              <a:t>Heart Rate: 93 bpm</a:t>
            </a:r>
            <a:br/>
            <a:r>
              <a:t>Temperature: 97.3°F</a:t>
            </a:r>
            <a:br/>
            <a:r>
              <a:t>Respiratory Rate: 16</a:t>
            </a:r>
            <a:br/>
            <a:r>
              <a:t>O2 Saturation: 95%</a:t>
            </a:r>
            <a:br/>
            <a:r>
              <a:t>Weight: 272 lbs</a:t>
            </a:r>
            <a:br/>
            <a:r>
              <a:t>Height: 62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Carol Nielsen, NP</a:t>
            </a:r>
            <a:br/>
            <a:r>
              <a:t>Specialty: Neurology</a:t>
            </a:r>
            <a:br/>
            <a:br/>
            <a:r>
              <a:t>Primary diagnosis: Chronic Kidney Disease, Stage 3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