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Smithshire Medical Center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Andrea White</a:t>
            </a:r>
            <a:br/>
            <a:r>
              <a:t>MRN: MRN440998</a:t>
            </a:r>
            <a:br/>
            <a:r>
              <a:t>DOB: 06/29/1960 (Age: 65)</a:t>
            </a:r>
            <a:br/>
            <a:r>
              <a:t>Contact: (417)233-7399 / hunter29@example.net</a:t>
            </a:r>
            <a:br/>
            <a:r>
              <a:t>Address: 621 Lloyd Shoals, Lake Kevinside, OH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140/87 mmHg</a:t>
            </a:r>
            <a:br/>
            <a:r>
              <a:t>Heart Rate: 74 bpm</a:t>
            </a:r>
            <a:br/>
            <a:r>
              <a:t>Temperature: 99.0°F</a:t>
            </a:r>
            <a:br/>
            <a:r>
              <a:t>Respiratory Rate: 19</a:t>
            </a:r>
            <a:br/>
            <a:r>
              <a:t>O2 Saturation: 97%</a:t>
            </a:r>
            <a:br/>
            <a:r>
              <a:t>Weight: 213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Joel Jackson, NP</a:t>
            </a:r>
            <a:br/>
            <a:r>
              <a:t>Specialty: Cardiology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