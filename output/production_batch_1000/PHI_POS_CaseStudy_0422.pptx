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Alicialand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Kevin Taylor</a:t>
            </a:r>
            <a:br/>
            <a:r>
              <a:t>MRN: MRN468893</a:t>
            </a:r>
            <a:br/>
            <a:r>
              <a:t>DOB: 11/10/1995 (Age: 30)</a:t>
            </a:r>
            <a:br/>
            <a:r>
              <a:t>Contact: 395-587-6955x91268 / crawfordjohn@example.org</a:t>
            </a:r>
            <a:br/>
            <a:r>
              <a:t>Address: 359 Rodriguez Street, Port Julia, 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131/95 mmHg</a:t>
            </a:r>
            <a:br/>
            <a:r>
              <a:t>Heart Rate: 88 bpm</a:t>
            </a:r>
            <a:br/>
            <a:r>
              <a:t>Temperature: 99.2°F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202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Brandy Thompson, MD</a:t>
            </a:r>
            <a:br/>
            <a:r>
              <a:t>Specialty: Endocrinology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