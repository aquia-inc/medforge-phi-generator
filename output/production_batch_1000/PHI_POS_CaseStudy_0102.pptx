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Jessica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Jeremy Lynn</a:t>
            </a:r>
            <a:br/>
            <a:r>
              <a:t>MRN: MRN626797</a:t>
            </a:r>
            <a:br/>
            <a:r>
              <a:t>DOB: 01/17/1973 (Age: 52)</a:t>
            </a:r>
            <a:br/>
            <a:r>
              <a:t>Contact: +1-558-509-3511x87181 / ashley61@example.net</a:t>
            </a:r>
            <a:br/>
            <a:r>
              <a:t>Address: 2059 Rogers Lodge Suite 749, East Michealport, FL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113/95 mmHg</a:t>
            </a:r>
            <a:br/>
            <a:r>
              <a:t>Heart Rate: 90 bpm</a:t>
            </a:r>
            <a:br/>
            <a:r>
              <a:t>Temperature: 98.3°F</a:t>
            </a:r>
            <a:br/>
            <a:r>
              <a:t>Respiratory Rate: 15</a:t>
            </a:r>
            <a:br/>
            <a:r>
              <a:t>O2 Saturation: 96%</a:t>
            </a:r>
            <a:br/>
            <a:r>
              <a:t>Weight: 145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Anthony Lynch, DO</a:t>
            </a:r>
            <a:br/>
            <a:r>
              <a:t>Specialty: Nephrology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