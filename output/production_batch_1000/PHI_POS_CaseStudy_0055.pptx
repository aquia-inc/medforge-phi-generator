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Carrshire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Kathleen Roberts</a:t>
            </a:r>
            <a:br/>
            <a:r>
              <a:t>MRN: MRN236074</a:t>
            </a:r>
            <a:br/>
            <a:r>
              <a:t>DOB: 06/29/1995 (Age: 30)</a:t>
            </a:r>
            <a:br/>
            <a:r>
              <a:t>Contact: 9635461571 / austinjohnson@example.net</a:t>
            </a:r>
            <a:br/>
            <a:r>
              <a:t>Address: 6184 Ferguson Village, Levytown, AZ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153/86 mmHg</a:t>
            </a:r>
            <a:br/>
            <a:r>
              <a:t>Heart Rate: 82 bpm</a:t>
            </a:r>
            <a:br/>
            <a:r>
              <a:t>Temperature: 97.3°F</a:t>
            </a:r>
            <a:br/>
            <a:r>
              <a:t>Respiratory Rate: 20</a:t>
            </a:r>
            <a:br/>
            <a:r>
              <a:t>O2 Saturation: 100%</a:t>
            </a:r>
            <a:br/>
            <a:r>
              <a:t>Weight: 270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Brian French, DO</a:t>
            </a:r>
            <a:br/>
            <a:r>
              <a:t>Specialty: Pulmonology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