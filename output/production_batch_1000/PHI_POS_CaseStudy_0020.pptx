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Carlos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Darren Harris</a:t>
            </a:r>
            <a:br/>
            <a:r>
              <a:t>MRN: MRN493537</a:t>
            </a:r>
            <a:br/>
            <a:r>
              <a:t>DOB: 06/20/1970 (Age: 55)</a:t>
            </a:r>
            <a:br/>
            <a:r>
              <a:t>Contact: 870.672.8679x08740 / reesebeth@example.org</a:t>
            </a:r>
            <a:br/>
            <a:r>
              <a:t>Address: 1801 Johnson Lodge Apt. 265, Westfurt, 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136/85 mmHg</a:t>
            </a:r>
            <a:br/>
            <a:r>
              <a:t>Heart Rate: 66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237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Felicia Stanley, PA</a:t>
            </a:r>
            <a:br/>
            <a:r>
              <a:t>Specialty: Cardiology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