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Frankton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Steven Hughes</a:t>
            </a:r>
            <a:br/>
            <a:r>
              <a:t>MRN: MRN923824</a:t>
            </a:r>
            <a:br/>
            <a:r>
              <a:t>DOB: 01/09/1934 (Age: 91)</a:t>
            </a:r>
            <a:br/>
            <a:r>
              <a:t>Contact: +1-645-488-7071x553 / gaydustin@example.net</a:t>
            </a:r>
            <a:br/>
            <a:r>
              <a:t>Address: 08385 Shane Isle Suite 595, Michealhaven, 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121/90 mmHg</a:t>
            </a:r>
            <a:br/>
            <a:r>
              <a:t>Heart Rate: 98 bpm</a:t>
            </a:r>
            <a:br/>
            <a:r>
              <a:t>Temperature: 97.2°F</a:t>
            </a:r>
            <a:br/>
            <a:r>
              <a:t>Respiratory Rate: 16</a:t>
            </a:r>
            <a:br/>
            <a:r>
              <a:t>O2 Saturation: 96%</a:t>
            </a:r>
            <a:br/>
            <a:r>
              <a:t>Weight: 257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Nicole Blake, NP</a:t>
            </a:r>
            <a:br/>
            <a:r>
              <a:t>Specialty: Family Medicine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