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East Rebeccahaven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Nicholas Davis</a:t>
            </a:r>
            <a:br/>
            <a:r>
              <a:t>MRN: MRN468422</a:t>
            </a:r>
            <a:br/>
            <a:r>
              <a:t>DOB: 02/12/1993 (Age: 32)</a:t>
            </a:r>
            <a:br/>
            <a:r>
              <a:t>Contact: 980-452-6321x19604 / andrewperez@example.com</a:t>
            </a:r>
            <a:br/>
            <a:r>
              <a:t>Address: 7454 Castillo Square, Port Amandaberg, PW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Hyperlipidemia (ICD-10: E78.5)</a:t>
            </a:r>
          </a:p>
          <a:p>
            <a:pPr lvl="1">
              <a:defRPr sz="1400"/>
            </a:pPr>
            <a:r>
              <a:t>• Essential Hypertension (ICD-10: I10)</a:t>
            </a:r>
          </a:p>
          <a:p>
            <a:pPr lvl="1">
              <a:defRPr sz="1400"/>
            </a:pPr>
            <a:r>
              <a:t>• Chronic Obstructive Pulmonary Disease (ICD-10: J44.9)</a:t>
            </a:r>
          </a:p>
          <a:p>
            <a:pPr lvl="1">
              <a:defRPr sz="1400"/>
            </a:pPr>
            <a:r>
              <a:t>• Major Depressive Disorder (ICD-10: F33.1)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Omeprazole 20mg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129/85 mmHg</a:t>
            </a:r>
            <a:br/>
            <a:r>
              <a:t>Heart Rate: 93 bpm</a:t>
            </a:r>
            <a:br/>
            <a:r>
              <a:t>Temperature: 99.5°F</a:t>
            </a:r>
            <a:br/>
            <a:r>
              <a:t>Respiratory Rate: 13</a:t>
            </a:r>
            <a:br/>
            <a:r>
              <a:t>O2 Saturation: 99%</a:t>
            </a:r>
            <a:br/>
            <a:r>
              <a:t>Weight: 216 lbs</a:t>
            </a:r>
            <a:br/>
            <a:r>
              <a:t>Height: 62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Paula Miller, MD</a:t>
            </a:r>
            <a:br/>
            <a:r>
              <a:t>Specialty: Pulmonology</a:t>
            </a:r>
            <a:br/>
            <a:br/>
            <a:r>
              <a:t>Primary diagnosis: Hyperlipidemia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