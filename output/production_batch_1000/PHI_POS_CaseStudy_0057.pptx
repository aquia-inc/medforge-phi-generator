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Dodsonberg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Crystal Cantrell</a:t>
            </a:r>
            <a:br/>
            <a:r>
              <a:t>MRN: MRN377511</a:t>
            </a:r>
            <a:br/>
            <a:r>
              <a:t>DOB: 01/09/1986 (Age: 39)</a:t>
            </a:r>
            <a:br/>
            <a:r>
              <a:t>Contact: 4907421776 / oliviamunoz@example.net</a:t>
            </a:r>
            <a:br/>
            <a:r>
              <a:t>Address: 831 Vincent Overpass, New Thomas, 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136/85 mmHg</a:t>
            </a:r>
            <a:br/>
            <a:r>
              <a:t>Heart Rate: 89 bpm</a:t>
            </a:r>
            <a:br/>
            <a:r>
              <a:t>Temperature: 97.5°F</a:t>
            </a:r>
            <a:br/>
            <a:r>
              <a:t>Respiratory Rate: 14</a:t>
            </a:r>
            <a:br/>
            <a:r>
              <a:t>O2 Saturation: 97%</a:t>
            </a:r>
            <a:br/>
            <a:r>
              <a:t>Weight: 201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Alexis Patterson, PA</a:t>
            </a:r>
            <a:br/>
            <a:r>
              <a:t>Specialty: Cardiology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