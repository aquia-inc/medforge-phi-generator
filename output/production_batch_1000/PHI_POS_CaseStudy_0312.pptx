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 Melissaland Regional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Charles Martinez</a:t>
            </a:r>
            <a:br/>
            <a:r>
              <a:t>MRN: MRN438746</a:t>
            </a:r>
            <a:br/>
            <a:r>
              <a:t>DOB: 05/01/1953 (Age: 72)</a:t>
            </a:r>
            <a:br/>
            <a:r>
              <a:t>Contact: +1-453-953-8115x7509 / brendannelson@example.org</a:t>
            </a:r>
            <a:br/>
            <a:r>
              <a:t>Address: 9575 Lopez Ridge, Jamesshire, 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Osteoarthritis (ICD-10: M19.90)</a:t>
            </a:r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Omeprazole 20mg daily</a:t>
            </a:r>
          </a:p>
          <a:p>
            <a:pPr lvl="1">
              <a:defRPr sz="1400"/>
            </a:pPr>
            <a:r>
              <a:t>• Metoprolol 25mg twice daily</a:t>
            </a:r>
          </a:p>
          <a:p>
            <a:pPr lvl="1">
              <a:defRPr sz="1400"/>
            </a:pPr>
            <a:r>
              <a:t>• Atorvastatin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145/85 mmHg</a:t>
            </a:r>
            <a:br/>
            <a:r>
              <a:t>Heart Rate: 94 bpm</a:t>
            </a:r>
            <a:br/>
            <a:r>
              <a:t>Temperature: 98.3°F</a:t>
            </a:r>
            <a:br/>
            <a:r>
              <a:t>Respiratory Rate: 20</a:t>
            </a:r>
            <a:br/>
            <a:r>
              <a:t>O2 Saturation: 99%</a:t>
            </a:r>
            <a:br/>
            <a:r>
              <a:t>Weight: 178 lbs</a:t>
            </a:r>
            <a:br/>
            <a:r>
              <a:t>Height: 72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Amanda Wu, MD</a:t>
            </a:r>
            <a:br/>
            <a:r>
              <a:t>Specialty: Orthopedics</a:t>
            </a:r>
            <a:br/>
            <a:br/>
            <a:r>
              <a:t>Primary diagnosis: Osteoarthritis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