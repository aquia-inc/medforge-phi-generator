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Millermouth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John Nelson</a:t>
            </a:r>
            <a:br/>
            <a:r>
              <a:t>MRN: MRN998654</a:t>
            </a:r>
            <a:br/>
            <a:r>
              <a:t>DOB: 06/16/1952 (Age: 73)</a:t>
            </a:r>
            <a:br/>
            <a:r>
              <a:t>Contact: +1-582-968-7443 / danielbaker@example.org</a:t>
            </a:r>
            <a:br/>
            <a:r>
              <a:t>Address: 030 Amy Turnpike, East Catherineland, 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Levothyroxine 50mcg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143/70 mmHg</a:t>
            </a:r>
            <a:br/>
            <a:r>
              <a:t>Heart Rate: 85 bpm</a:t>
            </a:r>
            <a:br/>
            <a:r>
              <a:t>Temperature: 98.6°F</a:t>
            </a:r>
            <a:br/>
            <a:r>
              <a:t>Respiratory Rate: 15</a:t>
            </a:r>
            <a:br/>
            <a:r>
              <a:t>O2 Saturation: 97%</a:t>
            </a:r>
            <a:br/>
            <a:r>
              <a:t>Weight: 133 lbs</a:t>
            </a:r>
            <a:br/>
            <a:r>
              <a:t>Height: 68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Kevin Vasquez, MD</a:t>
            </a:r>
            <a:br/>
            <a:r>
              <a:t>Specialty: Gastroenterology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