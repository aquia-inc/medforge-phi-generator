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Gregoryfort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Laura Simmons</a:t>
            </a:r>
            <a:br/>
            <a:r>
              <a:t>MRN: MRN623957</a:t>
            </a:r>
            <a:br/>
            <a:r>
              <a:t>DOB: 12/25/1975 (Age: 49)</a:t>
            </a:r>
            <a:br/>
            <a:r>
              <a:t>Contact: 311.787.0878 / sodonnell@example.net</a:t>
            </a:r>
            <a:br/>
            <a:r>
              <a:t>Address: 7165 Kennedy Spring, Jordanside, 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160/72 mmHg</a:t>
            </a:r>
            <a:br/>
            <a:r>
              <a:t>Heart Rate: 97 bpm</a:t>
            </a:r>
            <a:br/>
            <a:r>
              <a:t>Temperature: 98.1°F</a:t>
            </a:r>
            <a:br/>
            <a:r>
              <a:t>Respiratory Rate: 17</a:t>
            </a:r>
            <a:br/>
            <a:r>
              <a:t>O2 Saturation: 98%</a:t>
            </a:r>
            <a:br/>
            <a:r>
              <a:t>Weight: 131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David Coleman, DO</a:t>
            </a:r>
            <a:br/>
            <a:r>
              <a:t>Specialty: Cardiology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