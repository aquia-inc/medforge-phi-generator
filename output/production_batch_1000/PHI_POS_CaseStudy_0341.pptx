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Tonyborough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Matthew Andrade</a:t>
            </a:r>
            <a:br/>
            <a:r>
              <a:t>MRN: MRN942942</a:t>
            </a:r>
            <a:br/>
            <a:r>
              <a:t>DOB: 09/27/1979 (Age: 46)</a:t>
            </a:r>
            <a:br/>
            <a:r>
              <a:t>Contact: 413-639-5632 / sarah82@example.com</a:t>
            </a:r>
            <a:br/>
            <a:r>
              <a:t>Address: 619 Christopher Drive Suite 974, Rileyside, 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117/78 mmHg</a:t>
            </a:r>
            <a:br/>
            <a:r>
              <a:t>Heart Rate: 93 bpm</a:t>
            </a:r>
            <a:br/>
            <a:r>
              <a:t>Temperature: 98.8°F</a:t>
            </a:r>
            <a:br/>
            <a:r>
              <a:t>Respiratory Rate: 12</a:t>
            </a:r>
            <a:br/>
            <a:r>
              <a:t>O2 Saturation: 96%</a:t>
            </a:r>
            <a:br/>
            <a:r>
              <a:t>Weight: 225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Timothy Molina, DO</a:t>
            </a:r>
            <a:br/>
            <a:r>
              <a:t>Specialty: Gastroenterology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