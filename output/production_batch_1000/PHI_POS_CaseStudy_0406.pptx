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Daniellebury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Brittney Sanchez</a:t>
            </a:r>
            <a:br/>
            <a:r>
              <a:t>MRN: MRN823066</a:t>
            </a:r>
            <a:br/>
            <a:r>
              <a:t>DOB: 01/19/1957 (Age: 68)</a:t>
            </a:r>
            <a:br/>
            <a:r>
              <a:t>Contact: 423.520.7248x61156 / rothpaul@example.net</a:t>
            </a:r>
            <a:br/>
            <a:r>
              <a:t>Address: 94670 Joshua Club, New Paige, 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122/91 mmHg</a:t>
            </a:r>
            <a:br/>
            <a:r>
              <a:t>Heart Rate: 76 bpm</a:t>
            </a:r>
            <a:br/>
            <a:r>
              <a:t>Temperature: 97.6°F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150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Kenneth Garcia, PA</a:t>
            </a:r>
            <a:br/>
            <a:r>
              <a:t>Specialty: Pulmonology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