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Sarahstad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Jenny Walter</a:t>
            </a:r>
            <a:br/>
            <a:r>
              <a:t>MRN: MRN892682</a:t>
            </a:r>
            <a:br/>
            <a:r>
              <a:t>DOB: 05/29/1943 (Age: 82)</a:t>
            </a:r>
            <a:br/>
            <a:r>
              <a:t>Contact: +1-752-475-3674x978 / catherine41@example.com</a:t>
            </a:r>
            <a:br/>
            <a:r>
              <a:t>Address: 13477 Dixon Manor Apt. 406, Larsonfort, 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152/70 mmHg</a:t>
            </a:r>
            <a:br/>
            <a:r>
              <a:t>Heart Rate: 90 bpm</a:t>
            </a:r>
            <a:br/>
            <a:r>
              <a:t>Temperature: 97.4°F</a:t>
            </a:r>
            <a:br/>
            <a:r>
              <a:t>Respiratory Rate: 15</a:t>
            </a:r>
            <a:br/>
            <a:r>
              <a:t>O2 Saturation: 96%</a:t>
            </a:r>
            <a:br/>
            <a:r>
              <a:t>Weight: 220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Lawrence Taylor, DO</a:t>
            </a:r>
            <a:br/>
            <a:r>
              <a:t>Specialty: Nephrology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