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Lake Mark Regional Hospital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Daniel Taylor</a:t>
            </a:r>
            <a:br/>
            <a:r>
              <a:t>MRN: MRN452618</a:t>
            </a:r>
            <a:br/>
            <a:r>
              <a:t>DOB: 12/02/2001 (Age: 23)</a:t>
            </a:r>
            <a:br/>
            <a:r>
              <a:t>Contact: 001-662-629-4938x17359 / taylorkayla@example.net</a:t>
            </a:r>
            <a:br/>
            <a:r>
              <a:t>Address: 7325 Perez Lake Suite 344, East Davidchester, 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Type 2 Diabetes Mellitus (ICD-10: E11.9)</a:t>
            </a:r>
          </a:p>
          <a:p>
            <a:pPr lvl="1">
              <a:defRPr sz="1400"/>
            </a:pPr>
            <a:r>
              <a:t>• Osteoarthritis (ICD-10: M19.90)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Gabapentin 300mg three times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152/80 mmHg</a:t>
            </a:r>
            <a:br/>
            <a:r>
              <a:t>Heart Rate: 68 bpm</a:t>
            </a:r>
            <a:br/>
            <a:r>
              <a:t>Temperature: 98.8°F</a:t>
            </a:r>
            <a:br/>
            <a:r>
              <a:t>Respiratory Rate: 19</a:t>
            </a:r>
            <a:br/>
            <a:r>
              <a:t>O2 Saturation: 97%</a:t>
            </a:r>
            <a:br/>
            <a:r>
              <a:t>Weight: 186 lbs</a:t>
            </a:r>
            <a:br/>
            <a:r>
              <a:t>Height: 73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Linda Yates, PA</a:t>
            </a:r>
            <a:br/>
            <a:r>
              <a:t>Specialty: Pulmonology</a:t>
            </a:r>
            <a:br/>
            <a:br/>
            <a:r>
              <a:t>Primary diagnosis: Type 2 Diabetes Mellitus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