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Deannaland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Hector Morris</a:t>
            </a:r>
            <a:br/>
            <a:r>
              <a:t>MRN: MRN876636</a:t>
            </a:r>
            <a:br/>
            <a:r>
              <a:t>DOB: 03/19/1932 (Age: 93)</a:t>
            </a:r>
            <a:br/>
            <a:r>
              <a:t>Contact: 713.255.2510 / jason95@example.org</a:t>
            </a:r>
            <a:br/>
            <a:r>
              <a:t>Address: 4938 Dakota Harbors, New Patriciachester, 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120/81 mmHg</a:t>
            </a:r>
            <a:br/>
            <a:r>
              <a:t>Heart Rate: 68 bpm</a:t>
            </a:r>
            <a:br/>
            <a:r>
              <a:t>Temperature: 98.9°F</a:t>
            </a:r>
            <a:br/>
            <a:r>
              <a:t>Respiratory Rate: 16</a:t>
            </a:r>
            <a:br/>
            <a:r>
              <a:t>O2 Saturation: 100%</a:t>
            </a:r>
            <a:br/>
            <a:r>
              <a:t>Weight: 150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Ryan Li, NP</a:t>
            </a:r>
            <a:br/>
            <a:r>
              <a:t>Specialty: Pulmonology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