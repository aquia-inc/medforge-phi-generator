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Santosfurt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Jean Marsh</a:t>
            </a:r>
            <a:br/>
            <a:r>
              <a:t>MRN: MRN398873</a:t>
            </a:r>
            <a:br/>
            <a:r>
              <a:t>DOB: 06/17/1999 (Age: 26)</a:t>
            </a:r>
            <a:br/>
            <a:r>
              <a:t>Contact: 358-666-1824x874 / tracyward@example.org</a:t>
            </a:r>
            <a:br/>
            <a:r>
              <a:t>Address: 1988 Thompson Fords, Ginaburgh,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149/83 mmHg</a:t>
            </a:r>
            <a:br/>
            <a:r>
              <a:t>Heart Rate: 66 bpm</a:t>
            </a:r>
            <a:br/>
            <a:r>
              <a:t>Temperature: 98.2°F</a:t>
            </a:r>
            <a:br/>
            <a:r>
              <a:t>Respiratory Rate: 20</a:t>
            </a:r>
            <a:br/>
            <a:r>
              <a:t>O2 Saturation: 95%</a:t>
            </a:r>
            <a:br/>
            <a:r>
              <a:t>Weight: 233 lbs</a:t>
            </a:r>
            <a:br/>
            <a:r>
              <a:t>Height: 61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Eugene Harris, NP</a:t>
            </a:r>
            <a:br/>
            <a:r>
              <a:t>Specialty: Pulmonology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