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Brightmouth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Joseph Schwartz</a:t>
            </a:r>
            <a:br/>
            <a:r>
              <a:t>MRN: MRN817686</a:t>
            </a:r>
            <a:br/>
            <a:r>
              <a:t>DOB: 04/20/1981 (Age: 44)</a:t>
            </a:r>
            <a:br/>
            <a:r>
              <a:t>Contact: 944-596-2521x6538 / ellisrichard@example.net</a:t>
            </a:r>
            <a:br/>
            <a:r>
              <a:t>Address: 5244 Alexis Ville Apt. 157, Smithstad, WY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Osteoarthritis (ICD-10: M19.90)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Omeprazole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124/92 mmHg</a:t>
            </a:r>
            <a:br/>
            <a:r>
              <a:t>Heart Rate: 70 bpm</a:t>
            </a:r>
            <a:br/>
            <a:r>
              <a:t>Temperature: 97.7°F</a:t>
            </a:r>
            <a:br/>
            <a:r>
              <a:t>Respiratory Rate: 20</a:t>
            </a:r>
            <a:br/>
            <a:r>
              <a:t>O2 Saturation: 100%</a:t>
            </a:r>
            <a:br/>
            <a:r>
              <a:t>Weight: 262 lbs</a:t>
            </a:r>
            <a:br/>
            <a:r>
              <a:t>Height: 70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Cameron Bolton, PA</a:t>
            </a:r>
            <a:br/>
            <a:r>
              <a:t>Specialty: Cardiology</a:t>
            </a:r>
            <a:br/>
            <a:br/>
            <a:r>
              <a:t>Primary diagnosis: Osteoarthritis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