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Dixonfort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Alyssa Williams</a:t>
            </a:r>
            <a:br/>
            <a:r>
              <a:t>MRN: MRN333726</a:t>
            </a:r>
            <a:br/>
            <a:r>
              <a:t>DOB: 07/31/1950 (Age: 75)</a:t>
            </a:r>
            <a:br/>
            <a:r>
              <a:t>Contact: (206)901-4886x0849 / amandatran@example.org</a:t>
            </a:r>
            <a:br/>
            <a:r>
              <a:t>Address: 8528 Alexis Meadow, West Deborahfort,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120/81 mmHg</a:t>
            </a:r>
            <a:br/>
            <a:r>
              <a:t>Heart Rate: 98 bpm</a:t>
            </a:r>
            <a:br/>
            <a:r>
              <a:t>Temperature: 98.8°F</a:t>
            </a:r>
            <a:br/>
            <a:r>
              <a:t>Respiratory Rate: 13</a:t>
            </a:r>
            <a:br/>
            <a:r>
              <a:t>O2 Saturation: 100%</a:t>
            </a:r>
            <a:br/>
            <a:r>
              <a:t>Weight: 178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Curry, NP</a:t>
            </a:r>
            <a:br/>
            <a:r>
              <a:t>Specialty: Family Medicine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