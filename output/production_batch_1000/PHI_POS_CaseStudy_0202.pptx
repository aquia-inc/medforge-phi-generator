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Ronaldmouth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David Cain</a:t>
            </a:r>
            <a:br/>
            <a:r>
              <a:t>MRN: MRN506145</a:t>
            </a:r>
            <a:br/>
            <a:r>
              <a:t>DOB: 01/24/1976 (Age: 49)</a:t>
            </a:r>
            <a:br/>
            <a:r>
              <a:t>Contact: 001-883-712-4412x9075 / stephaniewilson@example.org</a:t>
            </a:r>
            <a:br/>
            <a:r>
              <a:t>Address: 3177 Chapman Harbors Apt. 106, New Kimberly, KY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118/73 mmHg</a:t>
            </a:r>
            <a:br/>
            <a:r>
              <a:t>Heart Rate: 89 bpm</a:t>
            </a:r>
            <a:br/>
            <a:r>
              <a:t>Temperature: 98.1°F</a:t>
            </a:r>
            <a:br/>
            <a:r>
              <a:t>Respiratory Rate: 14</a:t>
            </a:r>
            <a:br/>
            <a:r>
              <a:t>O2 Saturation: 97%</a:t>
            </a:r>
            <a:br/>
            <a:r>
              <a:t>Weight: 176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Christopher Harris, DO</a:t>
            </a:r>
            <a:br/>
            <a:r>
              <a:t>Specialty: Orthopedics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