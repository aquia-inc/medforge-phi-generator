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Bradleyville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David Owen</a:t>
            </a:r>
            <a:br/>
            <a:r>
              <a:t>MRN: MRN849461</a:t>
            </a:r>
            <a:br/>
            <a:r>
              <a:t>DOB: 04/16/1933 (Age: 92)</a:t>
            </a:r>
            <a:br/>
            <a:r>
              <a:t>Contact: 777.943.4030 / martinroman@example.org</a:t>
            </a:r>
            <a:br/>
            <a:r>
              <a:t>Address: 33581 Ricky Estates Apt. 015, New Stephanie, 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110/81 mmHg</a:t>
            </a:r>
            <a:br/>
            <a:r>
              <a:t>Heart Rate: 65 bpm</a:t>
            </a:r>
            <a:br/>
            <a:r>
              <a:t>Temperature: 98.5°F</a:t>
            </a:r>
            <a:br/>
            <a:r>
              <a:t>Respiratory Rate: 17</a:t>
            </a:r>
            <a:br/>
            <a:r>
              <a:t>O2 Saturation: 99%</a:t>
            </a:r>
            <a:br/>
            <a:r>
              <a:t>Weight: 162 lbs</a:t>
            </a:r>
            <a:br/>
            <a:r>
              <a:t>Height: 72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Christina Tran, DO</a:t>
            </a:r>
            <a:br/>
            <a:r>
              <a:t>Specialty: Cardiology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