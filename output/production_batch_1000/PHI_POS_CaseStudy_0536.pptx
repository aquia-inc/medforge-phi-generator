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Joseph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Andrew Mills</a:t>
            </a:r>
            <a:br/>
            <a:r>
              <a:t>MRN: MRN910099</a:t>
            </a:r>
            <a:br/>
            <a:r>
              <a:t>DOB: 04/25/1946 (Age: 79)</a:t>
            </a:r>
            <a:br/>
            <a:r>
              <a:t>Contact: 552.563.2284x413 / andrea02@example.net</a:t>
            </a:r>
            <a:br/>
            <a:r>
              <a:t>Address: 37700 John Forest, Amyborough,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112/89 mmHg</a:t>
            </a:r>
            <a:br/>
            <a:r>
              <a:t>Heart Rate: 74 bpm</a:t>
            </a:r>
            <a:br/>
            <a:r>
              <a:t>Temperature: 98.7°F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273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Samuel Mcdonald, NP</a:t>
            </a:r>
            <a:br/>
            <a:r>
              <a:t>Specialty: Cardiology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