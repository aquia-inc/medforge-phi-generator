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Lisa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Bradley Mitchell</a:t>
            </a:r>
            <a:br/>
            <a:r>
              <a:t>MRN: MRN383412</a:t>
            </a:r>
            <a:br/>
            <a:r>
              <a:t>DOB: 05/24/1968 (Age: 57)</a:t>
            </a:r>
            <a:br/>
            <a:r>
              <a:t>Contact: +1-332-444-8968x4604 / ugarcia@example.net</a:t>
            </a:r>
            <a:br/>
            <a:r>
              <a:t>Address: 4279 James Radial Suite 021, Ellenland, WA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152/80 mmHg</a:t>
            </a:r>
            <a:br/>
            <a:r>
              <a:t>Heart Rate: 92 bpm</a:t>
            </a:r>
            <a:br/>
            <a:r>
              <a:t>Temperature: 99.2°F</a:t>
            </a:r>
            <a:br/>
            <a:r>
              <a:t>Respiratory Rate: 12</a:t>
            </a:r>
            <a:br/>
            <a:r>
              <a:t>O2 Saturation: 96%</a:t>
            </a:r>
            <a:br/>
            <a:r>
              <a:t>Weight: 147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Cheyenne Garner, MD</a:t>
            </a:r>
            <a:br/>
            <a:r>
              <a:t>Specialty: Cardiology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