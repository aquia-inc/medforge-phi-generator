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Onealview Regional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Whitney Johnson</a:t>
            </a:r>
            <a:br/>
            <a:r>
              <a:t>MRN: MRN178794</a:t>
            </a:r>
            <a:br/>
            <a:r>
              <a:t>DOB: 08/12/1987 (Age: 38)</a:t>
            </a:r>
            <a:br/>
            <a:r>
              <a:t>Contact: 664-837-8624x301 / simmonsjill@example.net</a:t>
            </a:r>
            <a:br/>
            <a:r>
              <a:t>Address: 06963 Gentry Rest Apt. 218, Harperton, 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Chronic Kidney Disease, Stage 3 (ICD-10: N18.3)</a:t>
            </a:r>
          </a:p>
          <a:p>
            <a:pPr lvl="1">
              <a:defRPr sz="1400"/>
            </a:pPr>
            <a:r>
              <a:t>• Major Depressive Disorder (ICD-10: F33.1)</a:t>
            </a:r>
          </a:p>
          <a:p>
            <a:pPr lvl="1">
              <a:defRPr sz="1400"/>
            </a:pPr>
            <a:r>
              <a:t>• Hypothyroidism (ICD-10: E03.9)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Levothyroxine 50mcg daily</a:t>
            </a:r>
          </a:p>
          <a:p>
            <a:pPr lvl="1">
              <a:defRPr sz="1400"/>
            </a:pPr>
            <a:r>
              <a:t>• Losartan 50mg daily</a:t>
            </a:r>
          </a:p>
          <a:p>
            <a:pPr lvl="1">
              <a:defRPr sz="1400"/>
            </a:pPr>
            <a:r>
              <a:t>• Metformin 500mg twice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158/79 mmHg</a:t>
            </a:r>
            <a:br/>
            <a:r>
              <a:t>Heart Rate: 89 bpm</a:t>
            </a:r>
            <a:br/>
            <a:r>
              <a:t>Temperature: 98.6°F</a:t>
            </a:r>
            <a:br/>
            <a:r>
              <a:t>Respiratory Rate: 20</a:t>
            </a:r>
            <a:br/>
            <a:r>
              <a:t>O2 Saturation: 95%</a:t>
            </a:r>
            <a:br/>
            <a:r>
              <a:t>Weight: 153 lbs</a:t>
            </a:r>
            <a:br/>
            <a:r>
              <a:t>Height: 67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Albert Jones, NP</a:t>
            </a:r>
            <a:br/>
            <a:r>
              <a:t>Specialty: Pulmonology</a:t>
            </a:r>
            <a:br/>
            <a:br/>
            <a:r>
              <a:t>Primary diagnosis: Chronic Kidney Disease, Stage 3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