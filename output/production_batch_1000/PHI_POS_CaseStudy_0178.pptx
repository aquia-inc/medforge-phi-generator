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Allisonfurt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Brittney Mason</a:t>
            </a:r>
            <a:br/>
            <a:r>
              <a:t>MRN: MRN703080</a:t>
            </a:r>
            <a:br/>
            <a:r>
              <a:t>DOB: 05/24/1947 (Age: 78)</a:t>
            </a:r>
            <a:br/>
            <a:r>
              <a:t>Contact: 001-939-488-9413x2109 / vazquezdarius@example.com</a:t>
            </a:r>
            <a:br/>
            <a:r>
              <a:t>Address: 5485 Justin Station, Woodfort,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112/80 mmHg</a:t>
            </a:r>
            <a:br/>
            <a:r>
              <a:t>Heart Rate: 82 bpm</a:t>
            </a:r>
            <a:br/>
            <a:r>
              <a:t>Temperature: 98.4°F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171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David Strickland, NP</a:t>
            </a:r>
            <a:br/>
            <a:r>
              <a:t>Specialty: Family Medicine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