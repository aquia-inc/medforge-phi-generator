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Josephfort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Andrea Dunn</a:t>
            </a:r>
            <a:br/>
            <a:r>
              <a:t>MRN: MRN133697</a:t>
            </a:r>
            <a:br/>
            <a:r>
              <a:t>DOB: 05/30/1985 (Age: 40)</a:t>
            </a:r>
            <a:br/>
            <a:r>
              <a:t>Contact: 001-699-666-7637x20373 / valeriebennett@example.com</a:t>
            </a:r>
            <a:br/>
            <a:r>
              <a:t>Address: 71905 Hopkins Islands Suite 439, Burnston, 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153/80 mmHg</a:t>
            </a:r>
            <a:br/>
            <a:r>
              <a:t>Heart Rate: 97 bpm</a:t>
            </a:r>
            <a:br/>
            <a:r>
              <a:t>Temperature: 97.3°F</a:t>
            </a:r>
            <a:br/>
            <a:r>
              <a:t>Respiratory Rate: 15</a:t>
            </a:r>
            <a:br/>
            <a:r>
              <a:t>O2 Saturation: 97%</a:t>
            </a:r>
            <a:br/>
            <a:r>
              <a:t>Weight: 154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Peter Hayes, DO</a:t>
            </a:r>
            <a:br/>
            <a:r>
              <a:t>Specialty: Nephrology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