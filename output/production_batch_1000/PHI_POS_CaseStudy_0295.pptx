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Taylorfurt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Richard Williams</a:t>
            </a:r>
            <a:br/>
            <a:r>
              <a:t>MRN: MRN333020</a:t>
            </a:r>
            <a:br/>
            <a:r>
              <a:t>DOB: 12/27/1991 (Age: 33)</a:t>
            </a:r>
            <a:br/>
            <a:r>
              <a:t>Contact: 001-697-614-0834x695 / anthony60@example.net</a:t>
            </a:r>
            <a:br/>
            <a:r>
              <a:t>Address: 062 Baker Locks Suite 983, Ashleyton,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148/73 mmHg</a:t>
            </a:r>
            <a:br/>
            <a:r>
              <a:t>Heart Rate: 63 bpm</a:t>
            </a:r>
            <a:br/>
            <a:r>
              <a:t>Temperature: 97.4°F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208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Donald Mcgrath, PA</a:t>
            </a:r>
            <a:br/>
            <a:r>
              <a:t>Specialty: Orthopedics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