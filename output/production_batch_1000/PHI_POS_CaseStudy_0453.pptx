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Bernardfort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Stacey Hayden</a:t>
            </a:r>
            <a:br/>
            <a:r>
              <a:t>MRN: MRN722691</a:t>
            </a:r>
            <a:br/>
            <a:r>
              <a:t>DOB: 09/21/1979 (Age: 46)</a:t>
            </a:r>
            <a:br/>
            <a:r>
              <a:t>Contact: 692-695-9099 / christensenvernon@example.org</a:t>
            </a:r>
            <a:br/>
            <a:r>
              <a:t>Address: 3782 Ali Highway Suite 864, Kimshire,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130/87 mmHg</a:t>
            </a:r>
            <a:br/>
            <a:r>
              <a:t>Heart Rate: 90 bpm</a:t>
            </a:r>
            <a:br/>
            <a:r>
              <a:t>Temperature: 97.9°F</a:t>
            </a:r>
            <a:br/>
            <a:r>
              <a:t>Respiratory Rate: 17</a:t>
            </a:r>
            <a:br/>
            <a:r>
              <a:t>O2 Saturation: 100%</a:t>
            </a:r>
            <a:br/>
            <a:r>
              <a:t>Weight: 216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Marcus Crawford, PA</a:t>
            </a:r>
            <a:br/>
            <a:r>
              <a:t>Specialty: Gastroenterology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