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Courtneyberg Health System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Jillian Chandler</a:t>
            </a:r>
            <a:br/>
            <a:r>
              <a:t>MRN: MRN575301</a:t>
            </a:r>
            <a:br/>
            <a:r>
              <a:t>DOB: 06/14/1944 (Age: 81)</a:t>
            </a:r>
            <a:br/>
            <a:r>
              <a:t>Contact: 306-677-6106x59208 / kaylahowell@example.com</a:t>
            </a:r>
            <a:br/>
            <a:r>
              <a:t>Address: 1781 Booker Manor Apt. 845, Thompsontown, VT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Coronary Artery Disease (ICD-10: I25.10)</a:t>
            </a:r>
          </a:p>
          <a:p>
            <a:pPr lvl="1">
              <a:defRPr sz="1400"/>
            </a:pPr>
            <a:r>
              <a:t>• Hypothyroidism (ICD-10: E03.9)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Sertraline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148/88 mmHg</a:t>
            </a:r>
            <a:br/>
            <a:r>
              <a:t>Heart Rate: 68 bpm</a:t>
            </a:r>
            <a:br/>
            <a:r>
              <a:t>Temperature: 98.3°F</a:t>
            </a:r>
            <a:br/>
            <a:r>
              <a:t>Respiratory Rate: 18</a:t>
            </a:r>
            <a:br/>
            <a:r>
              <a:t>O2 Saturation: 100%</a:t>
            </a:r>
            <a:br/>
            <a:r>
              <a:t>Weight: 147 lbs</a:t>
            </a:r>
            <a:br/>
            <a:r>
              <a:t>Height: 70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Edward Myers, MD</a:t>
            </a:r>
            <a:br/>
            <a:r>
              <a:t>Specialty: Nephrology</a:t>
            </a:r>
            <a:br/>
            <a:br/>
            <a:r>
              <a:t>Primary diagnosis: Coronary Artery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