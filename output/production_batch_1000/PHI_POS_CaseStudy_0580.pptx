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Denisebury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John Burgess</a:t>
            </a:r>
            <a:br/>
            <a:r>
              <a:t>MRN: MRN727276</a:t>
            </a:r>
            <a:br/>
            <a:r>
              <a:t>DOB: 12/31/1981 (Age: 43)</a:t>
            </a:r>
            <a:br/>
            <a:r>
              <a:t>Contact: 2586187624 / bgray@example.org</a:t>
            </a:r>
            <a:br/>
            <a:r>
              <a:t>Address: 1958 Laura Course, Lake Eddie, 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119/73 mmHg</a:t>
            </a:r>
            <a:br/>
            <a:r>
              <a:t>Heart Rate: 95 bpm</a:t>
            </a:r>
            <a:br/>
            <a:r>
              <a:t>Temperature: 98.2°F</a:t>
            </a:r>
            <a:br/>
            <a:r>
              <a:t>Respiratory Rate: 18</a:t>
            </a:r>
            <a:br/>
            <a:r>
              <a:t>O2 Saturation: 96%</a:t>
            </a:r>
            <a:br/>
            <a:r>
              <a:t>Weight: 265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Ryan Lee, DO</a:t>
            </a:r>
            <a:br/>
            <a:r>
              <a:t>Specialty: Psychiatry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