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Allison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John Smith</a:t>
            </a:r>
            <a:br/>
            <a:r>
              <a:t>MRN: MRN468609</a:t>
            </a:r>
            <a:br/>
            <a:r>
              <a:t>DOB: 10/14/1982 (Age: 43)</a:t>
            </a:r>
            <a:br/>
            <a:r>
              <a:t>Contact: 361.808.0926 / ganderson@example.com</a:t>
            </a:r>
            <a:br/>
            <a:r>
              <a:t>Address: 5786 Rivera Shores Suite 555, Bellburgh, 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123/92 mmHg</a:t>
            </a:r>
            <a:br/>
            <a:r>
              <a:t>Heart Rate: 72 bpm</a:t>
            </a:r>
            <a:br/>
            <a:r>
              <a:t>Temperature: 99.4°F</a:t>
            </a:r>
            <a:br/>
            <a:r>
              <a:t>Respiratory Rate: 14</a:t>
            </a:r>
            <a:br/>
            <a:r>
              <a:t>O2 Saturation: 99%</a:t>
            </a:r>
            <a:br/>
            <a:r>
              <a:t>Weight: 121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Ryan Smith, DO</a:t>
            </a:r>
            <a:br/>
            <a:r>
              <a:t>Specialty: Psychiatry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