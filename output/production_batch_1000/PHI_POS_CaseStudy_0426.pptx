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Lake Michelle Regional Hospital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Cynthia Mann</a:t>
            </a:r>
            <a:br/>
            <a:r>
              <a:t>MRN: MRN686149</a:t>
            </a:r>
            <a:br/>
            <a:r>
              <a:t>DOB: 07/02/1992 (Age: 33)</a:t>
            </a:r>
            <a:br/>
            <a:r>
              <a:t>Contact: 001-205-656-2412x6676 / stevensonashley@example.com</a:t>
            </a:r>
            <a:br/>
            <a:r>
              <a:t>Address: 33642 Kirby Islands Apt. 206, Josephbury, DC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Chronic Obstructive Pulmonary Disease (ICD-10: J44.9)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Metoprolol 25mg twice daily</a:t>
            </a:r>
          </a:p>
          <a:p>
            <a:pPr lvl="1">
              <a:defRPr sz="1400"/>
            </a:pPr>
            <a:r>
              <a:t>• Metformin 500mg twice daily</a:t>
            </a:r>
          </a:p>
          <a:p>
            <a:pPr lvl="1">
              <a:defRPr sz="1400"/>
            </a:pPr>
            <a:r>
              <a:t>• Amlodipine 5mg daily</a:t>
            </a:r>
          </a:p>
          <a:p>
            <a:pPr lvl="1">
              <a:defRPr sz="1400"/>
            </a:pPr>
            <a:r>
              <a:t>• Losartan 50mg daily</a:t>
            </a:r>
          </a:p>
          <a:p>
            <a:pPr lvl="1">
              <a:defRPr sz="1400"/>
            </a:pPr>
            <a:r>
              <a:t>• Atorvastatin 20mg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141/83 mmHg</a:t>
            </a:r>
            <a:br/>
            <a:r>
              <a:t>Heart Rate: 68 bpm</a:t>
            </a:r>
            <a:br/>
            <a:r>
              <a:t>Temperature: 99.5°F</a:t>
            </a:r>
            <a:br/>
            <a:r>
              <a:t>Respiratory Rate: 15</a:t>
            </a:r>
            <a:br/>
            <a:r>
              <a:t>O2 Saturation: 100%</a:t>
            </a:r>
            <a:br/>
            <a:r>
              <a:t>Weight: 235 lbs</a:t>
            </a:r>
            <a:br/>
            <a:r>
              <a:t>Height: 69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Cynthia Phillips, NP</a:t>
            </a:r>
            <a:br/>
            <a:r>
              <a:t>Specialty: Gastroenterology</a:t>
            </a:r>
            <a:br/>
            <a:br/>
            <a:r>
              <a:t>Primary diagnosis: Chronic Obstructive Pulmonary Disease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